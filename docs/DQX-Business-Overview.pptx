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23"/>
  </p:notesMasterIdLst>
  <p:sldIdLst>
    <p:sldId id="256" r:id="rId5"/>
    <p:sldId id="258"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6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EFFD26-5B10-9C40-E365-8B67C93F319F}" v="13" dt="2026-08-14T13:48:53.337"/>
    <p1510:client id="{8C5F7153-DAE5-0E25-C2D3-2545F4A91BB3}" v="1" dt="2026-08-13T15:45:54.313"/>
    <p1510:client id="{CE516472-7937-149D-7113-15C3A015AEB9}" v="163" dt="2026-08-14T14:28:19.961"/>
    <p1510:client id="{EC323CC9-2D79-BC9C-A122-464E818C70BA}" v="3" dt="2026-08-13T14:02:53.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ngshia, Aryan" userId="S::aryan.ringshia@bartonmalow.com::b0e498f7-561f-4d3b-a548-ffefe7b50f9e" providerId="AD" clId="Web-{CE516472-7937-149D-7113-15C3A015AEB9}"/>
    <pc:docChg chg="delSld modSld">
      <pc:chgData name="Ringshia, Aryan" userId="S::aryan.ringshia@bartonmalow.com::b0e498f7-561f-4d3b-a548-ffefe7b50f9e" providerId="AD" clId="Web-{CE516472-7937-149D-7113-15C3A015AEB9}" dt="2026-08-14T14:28:19.961" v="162" actId="20577"/>
      <pc:docMkLst>
        <pc:docMk/>
      </pc:docMkLst>
      <pc:sldChg chg="modSp">
        <pc:chgData name="Ringshia, Aryan" userId="S::aryan.ringshia@bartonmalow.com::b0e498f7-561f-4d3b-a548-ffefe7b50f9e" providerId="AD" clId="Web-{CE516472-7937-149D-7113-15C3A015AEB9}" dt="2026-08-14T14:15:25.475" v="12" actId="20577"/>
        <pc:sldMkLst>
          <pc:docMk/>
          <pc:sldMk cId="0" sldId="256"/>
        </pc:sldMkLst>
        <pc:spChg chg="mod">
          <ac:chgData name="Ringshia, Aryan" userId="S::aryan.ringshia@bartonmalow.com::b0e498f7-561f-4d3b-a548-ffefe7b50f9e" providerId="AD" clId="Web-{CE516472-7937-149D-7113-15C3A015AEB9}" dt="2026-08-14T14:15:25.475" v="12" actId="20577"/>
          <ac:spMkLst>
            <pc:docMk/>
            <pc:sldMk cId="0" sldId="256"/>
            <ac:spMk id="2" creationId="{00000000-0000-0000-0000-000000000000}"/>
          </ac:spMkLst>
        </pc:spChg>
        <pc:spChg chg="mod">
          <ac:chgData name="Ringshia, Aryan" userId="S::aryan.ringshia@bartonmalow.com::b0e498f7-561f-4d3b-a548-ffefe7b50f9e" providerId="AD" clId="Web-{CE516472-7937-149D-7113-15C3A015AEB9}" dt="2026-08-14T14:15:19.272" v="2" actId="20577"/>
          <ac:spMkLst>
            <pc:docMk/>
            <pc:sldMk cId="0" sldId="256"/>
            <ac:spMk id="3" creationId="{00000000-0000-0000-0000-000000000000}"/>
          </ac:spMkLst>
        </pc:spChg>
      </pc:sldChg>
      <pc:sldChg chg="modSp">
        <pc:chgData name="Ringshia, Aryan" userId="S::aryan.ringshia@bartonmalow.com::b0e498f7-561f-4d3b-a548-ffefe7b50f9e" providerId="AD" clId="Web-{CE516472-7937-149D-7113-15C3A015AEB9}" dt="2026-08-14T14:17:32.944" v="65" actId="20577"/>
        <pc:sldMkLst>
          <pc:docMk/>
          <pc:sldMk cId="0" sldId="259"/>
        </pc:sldMkLst>
        <pc:spChg chg="mod">
          <ac:chgData name="Ringshia, Aryan" userId="S::aryan.ringshia@bartonmalow.com::b0e498f7-561f-4d3b-a548-ffefe7b50f9e" providerId="AD" clId="Web-{CE516472-7937-149D-7113-15C3A015AEB9}" dt="2026-08-14T14:17:32.944" v="65" actId="20577"/>
          <ac:spMkLst>
            <pc:docMk/>
            <pc:sldMk cId="0" sldId="259"/>
            <ac:spMk id="4" creationId="{00000000-0000-0000-0000-000000000000}"/>
          </ac:spMkLst>
        </pc:spChg>
      </pc:sldChg>
      <pc:sldChg chg="del">
        <pc:chgData name="Ringshia, Aryan" userId="S::aryan.ringshia@bartonmalow.com::b0e498f7-561f-4d3b-a548-ffefe7b50f9e" providerId="AD" clId="Web-{CE516472-7937-149D-7113-15C3A015AEB9}" dt="2026-08-14T14:17:48.460" v="66"/>
        <pc:sldMkLst>
          <pc:docMk/>
          <pc:sldMk cId="0" sldId="260"/>
        </pc:sldMkLst>
      </pc:sldChg>
      <pc:sldChg chg="addSp delSp modSp">
        <pc:chgData name="Ringshia, Aryan" userId="S::aryan.ringshia@bartonmalow.com::b0e498f7-561f-4d3b-a548-ffefe7b50f9e" providerId="AD" clId="Web-{CE516472-7937-149D-7113-15C3A015AEB9}" dt="2026-08-14T14:21:19.804" v="156" actId="20577"/>
        <pc:sldMkLst>
          <pc:docMk/>
          <pc:sldMk cId="0" sldId="261"/>
        </pc:sldMkLst>
        <pc:spChg chg="mod">
          <ac:chgData name="Ringshia, Aryan" userId="S::aryan.ringshia@bartonmalow.com::b0e498f7-561f-4d3b-a548-ffefe7b50f9e" providerId="AD" clId="Web-{CE516472-7937-149D-7113-15C3A015AEB9}" dt="2026-08-14T14:21:19.804" v="156" actId="20577"/>
          <ac:spMkLst>
            <pc:docMk/>
            <pc:sldMk cId="0" sldId="261"/>
            <ac:spMk id="2" creationId="{00000000-0000-0000-0000-000000000000}"/>
          </ac:spMkLst>
        </pc:spChg>
        <pc:spChg chg="mod">
          <ac:chgData name="Ringshia, Aryan" userId="S::aryan.ringshia@bartonmalow.com::b0e498f7-561f-4d3b-a548-ffefe7b50f9e" providerId="AD" clId="Web-{CE516472-7937-149D-7113-15C3A015AEB9}" dt="2026-08-14T14:18:45.554" v="78" actId="20577"/>
          <ac:spMkLst>
            <pc:docMk/>
            <pc:sldMk cId="0" sldId="261"/>
            <ac:spMk id="3" creationId="{00000000-0000-0000-0000-000000000000}"/>
          </ac:spMkLst>
        </pc:spChg>
        <pc:spChg chg="add del mod">
          <ac:chgData name="Ringshia, Aryan" userId="S::aryan.ringshia@bartonmalow.com::b0e498f7-561f-4d3b-a548-ffefe7b50f9e" providerId="AD" clId="Web-{CE516472-7937-149D-7113-15C3A015AEB9}" dt="2026-08-14T14:18:12.054" v="71"/>
          <ac:spMkLst>
            <pc:docMk/>
            <pc:sldMk cId="0" sldId="261"/>
            <ac:spMk id="4" creationId="{00000000-0000-0000-0000-000000000000}"/>
          </ac:spMkLst>
        </pc:spChg>
        <pc:spChg chg="add del mod">
          <ac:chgData name="Ringshia, Aryan" userId="S::aryan.ringshia@bartonmalow.com::b0e498f7-561f-4d3b-a548-ffefe7b50f9e" providerId="AD" clId="Web-{CE516472-7937-149D-7113-15C3A015AEB9}" dt="2026-08-14T14:18:08.491" v="69"/>
          <ac:spMkLst>
            <pc:docMk/>
            <pc:sldMk cId="0" sldId="261"/>
            <ac:spMk id="6" creationId="{9142262B-2C4C-AA14-8ADD-8A3412D17768}"/>
          </ac:spMkLst>
        </pc:spChg>
        <pc:spChg chg="add del mod">
          <ac:chgData name="Ringshia, Aryan" userId="S::aryan.ringshia@bartonmalow.com::b0e498f7-561f-4d3b-a548-ffefe7b50f9e" providerId="AD" clId="Web-{CE516472-7937-149D-7113-15C3A015AEB9}" dt="2026-08-14T14:18:14.273" v="72"/>
          <ac:spMkLst>
            <pc:docMk/>
            <pc:sldMk cId="0" sldId="261"/>
            <ac:spMk id="8" creationId="{4312B2A1-3B5A-0441-3182-412D52C34443}"/>
          </ac:spMkLst>
        </pc:spChg>
      </pc:sldChg>
      <pc:sldChg chg="modSp">
        <pc:chgData name="Ringshia, Aryan" userId="S::aryan.ringshia@bartonmalow.com::b0e498f7-561f-4d3b-a548-ffefe7b50f9e" providerId="AD" clId="Web-{CE516472-7937-149D-7113-15C3A015AEB9}" dt="2026-08-14T14:26:39.211" v="160" actId="20577"/>
        <pc:sldMkLst>
          <pc:docMk/>
          <pc:sldMk cId="0" sldId="271"/>
        </pc:sldMkLst>
        <pc:spChg chg="mod">
          <ac:chgData name="Ringshia, Aryan" userId="S::aryan.ringshia@bartonmalow.com::b0e498f7-561f-4d3b-a548-ffefe7b50f9e" providerId="AD" clId="Web-{CE516472-7937-149D-7113-15C3A015AEB9}" dt="2026-08-14T14:26:39.211" v="160" actId="20577"/>
          <ac:spMkLst>
            <pc:docMk/>
            <pc:sldMk cId="0" sldId="271"/>
            <ac:spMk id="4" creationId="{00000000-0000-0000-0000-000000000000}"/>
          </ac:spMkLst>
        </pc:spChg>
      </pc:sldChg>
      <pc:sldChg chg="modSp">
        <pc:chgData name="Ringshia, Aryan" userId="S::aryan.ringshia@bartonmalow.com::b0e498f7-561f-4d3b-a548-ffefe7b50f9e" providerId="AD" clId="Web-{CE516472-7937-149D-7113-15C3A015AEB9}" dt="2026-08-14T14:28:19.961" v="162" actId="20577"/>
        <pc:sldMkLst>
          <pc:docMk/>
          <pc:sldMk cId="0" sldId="273"/>
        </pc:sldMkLst>
        <pc:spChg chg="mod">
          <ac:chgData name="Ringshia, Aryan" userId="S::aryan.ringshia@bartonmalow.com::b0e498f7-561f-4d3b-a548-ffefe7b50f9e" providerId="AD" clId="Web-{CE516472-7937-149D-7113-15C3A015AEB9}" dt="2026-08-14T14:28:19.961" v="162" actId="20577"/>
          <ac:spMkLst>
            <pc:docMk/>
            <pc:sldMk cId="0" sldId="273"/>
            <ac:spMk id="4" creationId="{00000000-0000-0000-0000-000000000000}"/>
          </ac:spMkLst>
        </pc:spChg>
      </pc:sldChg>
    </pc:docChg>
  </pc:docChgLst>
  <pc:docChgLst>
    <pc:chgData name="Tushar, Fnu" userId="S::fnu.tushar@bartonmalow.com::353f50f5-02f8-4b72-be07-fa6d6ae25d1c" providerId="AD" clId="Web-{48EFFD26-5B10-9C40-E365-8B67C93F319F}"/>
    <pc:docChg chg="modSld">
      <pc:chgData name="Tushar, Fnu" userId="S::fnu.tushar@bartonmalow.com::353f50f5-02f8-4b72-be07-fa6d6ae25d1c" providerId="AD" clId="Web-{48EFFD26-5B10-9C40-E365-8B67C93F319F}" dt="2026-08-14T13:48:53.337" v="12" actId="14100"/>
      <pc:docMkLst>
        <pc:docMk/>
      </pc:docMkLst>
      <pc:sldChg chg="modSp">
        <pc:chgData name="Tushar, Fnu" userId="S::fnu.tushar@bartonmalow.com::353f50f5-02f8-4b72-be07-fa6d6ae25d1c" providerId="AD" clId="Web-{48EFFD26-5B10-9C40-E365-8B67C93F319F}" dt="2026-08-14T13:48:53.337" v="12" actId="14100"/>
        <pc:sldMkLst>
          <pc:docMk/>
          <pc:sldMk cId="0" sldId="264"/>
        </pc:sldMkLst>
        <pc:picChg chg="mod">
          <ac:chgData name="Tushar, Fnu" userId="S::fnu.tushar@bartonmalow.com::353f50f5-02f8-4b72-be07-fa6d6ae25d1c" providerId="AD" clId="Web-{48EFFD26-5B10-9C40-E365-8B67C93F319F}" dt="2026-08-14T13:48:53.337" v="12" actId="14100"/>
          <ac:picMkLst>
            <pc:docMk/>
            <pc:sldMk cId="0" sldId="264"/>
            <ac:picMk id="11" creationId="{9BA20C19-A869-216D-F51A-1F07AA38601A}"/>
          </ac:picMkLst>
        </pc:picChg>
      </pc:sldChg>
      <pc:sldChg chg="modSp">
        <pc:chgData name="Tushar, Fnu" userId="S::fnu.tushar@bartonmalow.com::353f50f5-02f8-4b72-be07-fa6d6ae25d1c" providerId="AD" clId="Web-{48EFFD26-5B10-9C40-E365-8B67C93F319F}" dt="2026-08-13T23:47:26.591" v="10" actId="14100"/>
        <pc:sldMkLst>
          <pc:docMk/>
          <pc:sldMk cId="0" sldId="267"/>
        </pc:sldMkLst>
        <pc:picChg chg="mod">
          <ac:chgData name="Tushar, Fnu" userId="S::fnu.tushar@bartonmalow.com::353f50f5-02f8-4b72-be07-fa6d6ae25d1c" providerId="AD" clId="Web-{48EFFD26-5B10-9C40-E365-8B67C93F319F}" dt="2026-08-13T23:47:26.591" v="10" actId="14100"/>
          <ac:picMkLst>
            <pc:docMk/>
            <pc:sldMk cId="0" sldId="267"/>
            <ac:picMk id="6" creationId="{F3293644-224A-97DA-3D6B-35A2CBBB8B33}"/>
          </ac:picMkLst>
        </pc:picChg>
      </pc:sldChg>
      <pc:sldChg chg="addSp delSp modSp">
        <pc:chgData name="Tushar, Fnu" userId="S::fnu.tushar@bartonmalow.com::353f50f5-02f8-4b72-be07-fa6d6ae25d1c" providerId="AD" clId="Web-{48EFFD26-5B10-9C40-E365-8B67C93F319F}" dt="2026-08-13T23:47:01.884" v="9" actId="1076"/>
        <pc:sldMkLst>
          <pc:docMk/>
          <pc:sldMk cId="0" sldId="268"/>
        </pc:sldMkLst>
        <pc:picChg chg="add mod">
          <ac:chgData name="Tushar, Fnu" userId="S::fnu.tushar@bartonmalow.com::353f50f5-02f8-4b72-be07-fa6d6ae25d1c" providerId="AD" clId="Web-{48EFFD26-5B10-9C40-E365-8B67C93F319F}" dt="2026-08-13T23:47:01.884" v="9" actId="1076"/>
          <ac:picMkLst>
            <pc:docMk/>
            <pc:sldMk cId="0" sldId="268"/>
            <ac:picMk id="5" creationId="{DF989C8B-FEAA-E295-C4E4-1A42DA78F9B8}"/>
          </ac:picMkLst>
        </pc:picChg>
        <pc:picChg chg="del">
          <ac:chgData name="Tushar, Fnu" userId="S::fnu.tushar@bartonmalow.com::353f50f5-02f8-4b72-be07-fa6d6ae25d1c" providerId="AD" clId="Web-{48EFFD26-5B10-9C40-E365-8B67C93F319F}" dt="2026-08-13T23:32:51.497" v="0"/>
          <ac:picMkLst>
            <pc:docMk/>
            <pc:sldMk cId="0" sldId="268"/>
            <ac:picMk id="6" creationId="{DE7DD4BE-8817-A589-A998-03B7FCED2423}"/>
          </ac:picMkLst>
        </pc:picChg>
      </pc:sldChg>
    </pc:docChg>
  </pc:docChgLst>
  <pc:docChgLst>
    <pc:chgData name="Ringshia, Aryan" userId="S::aryan.ringshia@bartonmalow.com::b0e498f7-561f-4d3b-a548-ffefe7b50f9e" providerId="AD" clId="Web-{EC323CC9-2D79-BC9C-A122-464E818C70BA}"/>
    <pc:docChg chg="modSld">
      <pc:chgData name="Ringshia, Aryan" userId="S::aryan.ringshia@bartonmalow.com::b0e498f7-561f-4d3b-a548-ffefe7b50f9e" providerId="AD" clId="Web-{EC323CC9-2D79-BC9C-A122-464E818C70BA}" dt="2026-08-13T14:02:53.019" v="2" actId="20577"/>
      <pc:docMkLst>
        <pc:docMk/>
      </pc:docMkLst>
      <pc:sldChg chg="modSp">
        <pc:chgData name="Ringshia, Aryan" userId="S::aryan.ringshia@bartonmalow.com::b0e498f7-561f-4d3b-a548-ffefe7b50f9e" providerId="AD" clId="Web-{EC323CC9-2D79-BC9C-A122-464E818C70BA}" dt="2026-08-13T14:02:53.019" v="2" actId="20577"/>
        <pc:sldMkLst>
          <pc:docMk/>
          <pc:sldMk cId="0" sldId="256"/>
        </pc:sldMkLst>
        <pc:spChg chg="mod">
          <ac:chgData name="Ringshia, Aryan" userId="S::aryan.ringshia@bartonmalow.com::b0e498f7-561f-4d3b-a548-ffefe7b50f9e" providerId="AD" clId="Web-{EC323CC9-2D79-BC9C-A122-464E818C70BA}" dt="2026-08-13T14:02:49.581" v="1" actId="20577"/>
          <ac:spMkLst>
            <pc:docMk/>
            <pc:sldMk cId="0" sldId="256"/>
            <ac:spMk id="2" creationId="{00000000-0000-0000-0000-000000000000}"/>
          </ac:spMkLst>
        </pc:spChg>
        <pc:spChg chg="mod">
          <ac:chgData name="Ringshia, Aryan" userId="S::aryan.ringshia@bartonmalow.com::b0e498f7-561f-4d3b-a548-ffefe7b50f9e" providerId="AD" clId="Web-{EC323CC9-2D79-BC9C-A122-464E818C70BA}" dt="2026-08-13T14:02:53.019" v="2" actId="20577"/>
          <ac:spMkLst>
            <pc:docMk/>
            <pc:sldMk cId="0" sldId="256"/>
            <ac:spMk id="3" creationId="{00000000-0000-0000-0000-000000000000}"/>
          </ac:spMkLst>
        </pc:spChg>
      </pc:sldChg>
    </pc:docChg>
  </pc:docChgLst>
  <pc:docChgLst>
    <pc:chgData name="Tushar, Fnu" userId="S::fnu.tushar@bartonmalow.com::353f50f5-02f8-4b72-be07-fa6d6ae25d1c" providerId="AD" clId="Web-{8C5F7153-DAE5-0E25-C2D3-2545F4A91BB3}"/>
    <pc:docChg chg="modSld">
      <pc:chgData name="Tushar, Fnu" userId="S::fnu.tushar@bartonmalow.com::353f50f5-02f8-4b72-be07-fa6d6ae25d1c" providerId="AD" clId="Web-{8C5F7153-DAE5-0E25-C2D3-2545F4A91BB3}" dt="2026-08-13T15:45:54.313" v="0" actId="20577"/>
      <pc:docMkLst>
        <pc:docMk/>
      </pc:docMkLst>
      <pc:sldChg chg="modSp">
        <pc:chgData name="Tushar, Fnu" userId="S::fnu.tushar@bartonmalow.com::353f50f5-02f8-4b72-be07-fa6d6ae25d1c" providerId="AD" clId="Web-{8C5F7153-DAE5-0E25-C2D3-2545F4A91BB3}" dt="2026-08-13T15:45:54.313" v="0" actId="20577"/>
        <pc:sldMkLst>
          <pc:docMk/>
          <pc:sldMk cId="0" sldId="256"/>
        </pc:sldMkLst>
        <pc:spChg chg="mod">
          <ac:chgData name="Tushar, Fnu" userId="S::fnu.tushar@bartonmalow.com::353f50f5-02f8-4b72-be07-fa6d6ae25d1c" providerId="AD" clId="Web-{8C5F7153-DAE5-0E25-C2D3-2545F4A91BB3}" dt="2026-08-13T15:45:54.313" v="0" actId="20577"/>
          <ac:spMkLst>
            <pc:docMk/>
            <pc:sldMk cId="0"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316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01">
    <p:spTree>
      <p:nvGrpSpPr>
        <p:cNvPr id="1" name=""/>
        <p:cNvGrpSpPr/>
        <p:nvPr/>
      </p:nvGrpSpPr>
      <p:grpSpPr>
        <a:xfrm>
          <a:off x="0" y="0"/>
          <a:ext cx="0" cy="0"/>
          <a:chOff x="0" y="0"/>
          <a:chExt cx="0" cy="0"/>
        </a:xfrm>
      </p:grpSpPr>
      <p:pic>
        <p:nvPicPr>
          <p:cNvPr id="7" name="Picture 6" descr="A group of vehicles on a dirt field&#10;&#10;AI-generated content may be incorrect.">
            <a:extLst>
              <a:ext uri="{FF2B5EF4-FFF2-40B4-BE49-F238E27FC236}">
                <a16:creationId xmlns:a16="http://schemas.microsoft.com/office/drawing/2014/main" id="{93EFFB2D-BED5-45E9-837D-1D61E7E9741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49D2D03-AC66-2F04-B37F-5192576A0BB3}"/>
              </a:ext>
            </a:extLst>
          </p:cNvPr>
          <p:cNvSpPr/>
          <p:nvPr userDrawn="1"/>
        </p:nvSpPr>
        <p:spPr>
          <a:xfrm>
            <a:off x="0" y="1"/>
            <a:ext cx="12191999" cy="6857999"/>
          </a:xfrm>
          <a:prstGeom prst="rect">
            <a:avLst/>
          </a:prstGeom>
          <a:gradFill flip="none" rotWithShape="1">
            <a:gsLst>
              <a:gs pos="0">
                <a:srgbClr val="000000">
                  <a:alpha val="30263"/>
                </a:srgbClr>
              </a:gs>
              <a:gs pos="100000">
                <a:srgbClr val="000000">
                  <a:alpha val="29888"/>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C2B9B19C-88F6-64D2-3833-9E7B14058E2F}"/>
              </a:ext>
            </a:extLst>
          </p:cNvPr>
          <p:cNvPicPr>
            <a:picLocks noChangeAspect="1"/>
          </p:cNvPicPr>
          <p:nvPr userDrawn="1"/>
        </p:nvPicPr>
        <p:blipFill>
          <a:blip r:embed="rId3"/>
          <a:stretch>
            <a:fillRect/>
          </a:stretch>
        </p:blipFill>
        <p:spPr>
          <a:xfrm>
            <a:off x="3980025" y="2152544"/>
            <a:ext cx="4231947" cy="2213635"/>
          </a:xfrm>
          <a:prstGeom prst="rect">
            <a:avLst/>
          </a:prstGeom>
        </p:spPr>
      </p:pic>
    </p:spTree>
    <p:extLst>
      <p:ext uri="{BB962C8B-B14F-4D97-AF65-F5344CB8AC3E}">
        <p14:creationId xmlns:p14="http://schemas.microsoft.com/office/powerpoint/2010/main" val="89730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ver 03">
    <p:spTree>
      <p:nvGrpSpPr>
        <p:cNvPr id="1" name=""/>
        <p:cNvGrpSpPr/>
        <p:nvPr/>
      </p:nvGrpSpPr>
      <p:grpSpPr>
        <a:xfrm>
          <a:off x="0" y="0"/>
          <a:ext cx="0" cy="0"/>
          <a:chOff x="0" y="0"/>
          <a:chExt cx="0" cy="0"/>
        </a:xfrm>
      </p:grpSpPr>
      <p:pic>
        <p:nvPicPr>
          <p:cNvPr id="7" name="Picture 6" descr="A person in a vest and helmet standing next to a construction vehicle&#10;&#10;AI-generated content may be incorrect.">
            <a:extLst>
              <a:ext uri="{FF2B5EF4-FFF2-40B4-BE49-F238E27FC236}">
                <a16:creationId xmlns:a16="http://schemas.microsoft.com/office/drawing/2014/main" id="{24EAFD0C-DCF5-7529-A1A2-2DC257C0EB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0"/>
            <a:ext cx="12191999" cy="6858000"/>
          </a:xfrm>
          <a:prstGeom prst="rect">
            <a:avLst/>
          </a:prstGeom>
        </p:spPr>
      </p:pic>
      <p:sp>
        <p:nvSpPr>
          <p:cNvPr id="5" name="Rectangle 4">
            <a:extLst>
              <a:ext uri="{FF2B5EF4-FFF2-40B4-BE49-F238E27FC236}">
                <a16:creationId xmlns:a16="http://schemas.microsoft.com/office/drawing/2014/main" id="{21FEB25B-B4F9-E87D-B9CD-C62CEF94C9F9}"/>
              </a:ext>
            </a:extLst>
          </p:cNvPr>
          <p:cNvSpPr/>
          <p:nvPr userDrawn="1"/>
        </p:nvSpPr>
        <p:spPr>
          <a:xfrm>
            <a:off x="0" y="1"/>
            <a:ext cx="12191999" cy="6857999"/>
          </a:xfrm>
          <a:prstGeom prst="rect">
            <a:avLst/>
          </a:prstGeom>
          <a:gradFill flip="none" rotWithShape="1">
            <a:gsLst>
              <a:gs pos="0">
                <a:srgbClr val="000000">
                  <a:alpha val="74965"/>
                </a:srgbClr>
              </a:gs>
              <a:gs pos="100000">
                <a:srgbClr val="000000">
                  <a:alpha val="20151"/>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028C4BB-C610-B899-015D-AA643F662FF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1172" y="4910364"/>
            <a:ext cx="1860616" cy="973246"/>
          </a:xfrm>
          <a:prstGeom prst="rect">
            <a:avLst/>
          </a:prstGeom>
        </p:spPr>
      </p:pic>
      <p:sp>
        <p:nvSpPr>
          <p:cNvPr id="8" name="Title 1">
            <a:extLst>
              <a:ext uri="{FF2B5EF4-FFF2-40B4-BE49-F238E27FC236}">
                <a16:creationId xmlns:a16="http://schemas.microsoft.com/office/drawing/2014/main" id="{00B03DAA-55A2-5F14-F56E-054605BC6DF9}"/>
              </a:ext>
            </a:extLst>
          </p:cNvPr>
          <p:cNvSpPr>
            <a:spLocks noGrp="1"/>
          </p:cNvSpPr>
          <p:nvPr>
            <p:ph type="ctrTitle" hasCustomPrompt="1"/>
          </p:nvPr>
        </p:nvSpPr>
        <p:spPr>
          <a:xfrm>
            <a:off x="1011172" y="2282274"/>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9" name="Subtitle 2">
            <a:extLst>
              <a:ext uri="{FF2B5EF4-FFF2-40B4-BE49-F238E27FC236}">
                <a16:creationId xmlns:a16="http://schemas.microsoft.com/office/drawing/2014/main" id="{3E6EAFCF-C930-BEA4-AB84-ACC8BCB44C7A}"/>
              </a:ext>
            </a:extLst>
          </p:cNvPr>
          <p:cNvSpPr>
            <a:spLocks noGrp="1"/>
          </p:cNvSpPr>
          <p:nvPr>
            <p:ph type="subTitle" idx="1" hasCustomPrompt="1"/>
          </p:nvPr>
        </p:nvSpPr>
        <p:spPr>
          <a:xfrm>
            <a:off x="1011172" y="3256740"/>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3412642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ver 02">
    <p:spTree>
      <p:nvGrpSpPr>
        <p:cNvPr id="1" name=""/>
        <p:cNvGrpSpPr/>
        <p:nvPr/>
      </p:nvGrpSpPr>
      <p:grpSpPr>
        <a:xfrm>
          <a:off x="0" y="0"/>
          <a:ext cx="0" cy="0"/>
          <a:chOff x="0" y="0"/>
          <a:chExt cx="0" cy="0"/>
        </a:xfrm>
      </p:grpSpPr>
      <p:pic>
        <p:nvPicPr>
          <p:cNvPr id="8" name="Picture 7" descr="A group of vehicles on a dirt field&#10;&#10;AI-generated content may be incorrect.">
            <a:extLst>
              <a:ext uri="{FF2B5EF4-FFF2-40B4-BE49-F238E27FC236}">
                <a16:creationId xmlns:a16="http://schemas.microsoft.com/office/drawing/2014/main" id="{69DB5429-B0D6-2490-9E64-6F1B9A369A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2E6AA024-8F5E-212B-646C-E800F8B01F0B}"/>
              </a:ext>
            </a:extLst>
          </p:cNvPr>
          <p:cNvSpPr/>
          <p:nvPr userDrawn="1"/>
        </p:nvSpPr>
        <p:spPr>
          <a:xfrm>
            <a:off x="0" y="1"/>
            <a:ext cx="12191999" cy="6857999"/>
          </a:xfrm>
          <a:prstGeom prst="rect">
            <a:avLst/>
          </a:prstGeom>
          <a:gradFill flip="none" rotWithShape="1">
            <a:gsLst>
              <a:gs pos="0">
                <a:srgbClr val="000000">
                  <a:alpha val="29791"/>
                </a:srgbClr>
              </a:gs>
              <a:gs pos="100000">
                <a:srgbClr val="000000">
                  <a:alpha val="30234"/>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9FDC2F6-BAEF-7642-9113-09118338C09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58859" y="4814730"/>
            <a:ext cx="1961454" cy="1025992"/>
          </a:xfrm>
          <a:prstGeom prst="rect">
            <a:avLst/>
          </a:prstGeom>
        </p:spPr>
      </p:pic>
      <p:sp>
        <p:nvSpPr>
          <p:cNvPr id="4" name="Title 1">
            <a:extLst>
              <a:ext uri="{FF2B5EF4-FFF2-40B4-BE49-F238E27FC236}">
                <a16:creationId xmlns:a16="http://schemas.microsoft.com/office/drawing/2014/main" id="{4866B9B0-D706-A472-B1BD-E6E2D2E824B0}"/>
              </a:ext>
            </a:extLst>
          </p:cNvPr>
          <p:cNvSpPr>
            <a:spLocks noGrp="1"/>
          </p:cNvSpPr>
          <p:nvPr>
            <p:ph type="ctrTitle" hasCustomPrompt="1"/>
          </p:nvPr>
        </p:nvSpPr>
        <p:spPr>
          <a:xfrm>
            <a:off x="1011172" y="2324382"/>
            <a:ext cx="9656828" cy="974466"/>
          </a:xfrm>
          <a:prstGeom prst="rect">
            <a:avLst/>
          </a:prstGeom>
        </p:spPr>
        <p:txBody>
          <a:bodyPr anchor="ctr">
            <a:normAutofit/>
          </a:bodyPr>
          <a:lstStyle>
            <a:lvl1pPr algn="ctr">
              <a:defRPr sz="6000" b="0" i="0" cap="all" baseline="0">
                <a:solidFill>
                  <a:schemeClr val="bg1"/>
                </a:solidFill>
                <a:latin typeface="Industry Demi" pitchFamily="2" charset="77"/>
              </a:defRPr>
            </a:lvl1pPr>
          </a:lstStyle>
          <a:p>
            <a:r>
              <a:rPr lang="en-US"/>
              <a:t>HEADER</a:t>
            </a:r>
          </a:p>
        </p:txBody>
      </p:sp>
      <p:sp>
        <p:nvSpPr>
          <p:cNvPr id="5" name="Subtitle 2">
            <a:extLst>
              <a:ext uri="{FF2B5EF4-FFF2-40B4-BE49-F238E27FC236}">
                <a16:creationId xmlns:a16="http://schemas.microsoft.com/office/drawing/2014/main" id="{990FF8C6-F23A-10BC-CBFF-3E08057A41CD}"/>
              </a:ext>
            </a:extLst>
          </p:cNvPr>
          <p:cNvSpPr>
            <a:spLocks noGrp="1"/>
          </p:cNvSpPr>
          <p:nvPr>
            <p:ph type="subTitle" idx="1" hasCustomPrompt="1"/>
          </p:nvPr>
        </p:nvSpPr>
        <p:spPr>
          <a:xfrm>
            <a:off x="1011172" y="3298848"/>
            <a:ext cx="9656828" cy="541416"/>
          </a:xfrm>
        </p:spPr>
        <p:txBody>
          <a:bodyPr anchor="ctr">
            <a:noAutofit/>
          </a:bodyPr>
          <a:lstStyle>
            <a:lvl1pPr marL="0" indent="0" algn="ctr">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2123104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ver 04">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25867D5-DA9C-2548-BBBB-789B0C728B25}"/>
              </a:ext>
            </a:extLst>
          </p:cNvPr>
          <p:cNvSpPr/>
          <p:nvPr userDrawn="1"/>
        </p:nvSpPr>
        <p:spPr>
          <a:xfrm>
            <a:off x="-1" y="0"/>
            <a:ext cx="12192001" cy="6858000"/>
          </a:xfrm>
          <a:prstGeom prst="rect">
            <a:avLst/>
          </a:prstGeom>
          <a:solidFill>
            <a:srgbClr val="00273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73C"/>
              </a:solidFill>
            </a:endParaRPr>
          </a:p>
        </p:txBody>
      </p:sp>
      <p:pic>
        <p:nvPicPr>
          <p:cNvPr id="4" name="Picture 3">
            <a:extLst>
              <a:ext uri="{FF2B5EF4-FFF2-40B4-BE49-F238E27FC236}">
                <a16:creationId xmlns:a16="http://schemas.microsoft.com/office/drawing/2014/main" id="{374D2565-FDC1-3E33-C053-03F135664E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1172" y="4910364"/>
            <a:ext cx="1860616" cy="973246"/>
          </a:xfrm>
          <a:prstGeom prst="rect">
            <a:avLst/>
          </a:prstGeom>
        </p:spPr>
      </p:pic>
      <p:sp>
        <p:nvSpPr>
          <p:cNvPr id="10" name="Title 1">
            <a:extLst>
              <a:ext uri="{FF2B5EF4-FFF2-40B4-BE49-F238E27FC236}">
                <a16:creationId xmlns:a16="http://schemas.microsoft.com/office/drawing/2014/main" id="{EDBA76B7-720A-8AD9-B5B0-A9F787D1F006}"/>
              </a:ext>
            </a:extLst>
          </p:cNvPr>
          <p:cNvSpPr>
            <a:spLocks noGrp="1"/>
          </p:cNvSpPr>
          <p:nvPr>
            <p:ph type="ctrTitle" hasCustomPrompt="1"/>
          </p:nvPr>
        </p:nvSpPr>
        <p:spPr>
          <a:xfrm>
            <a:off x="1011172" y="2282274"/>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13" name="Subtitle 2">
            <a:extLst>
              <a:ext uri="{FF2B5EF4-FFF2-40B4-BE49-F238E27FC236}">
                <a16:creationId xmlns:a16="http://schemas.microsoft.com/office/drawing/2014/main" id="{C2A5D832-7FCD-71C1-B787-1E3AFA286AFF}"/>
              </a:ext>
            </a:extLst>
          </p:cNvPr>
          <p:cNvSpPr>
            <a:spLocks noGrp="1"/>
          </p:cNvSpPr>
          <p:nvPr>
            <p:ph type="subTitle" idx="1" hasCustomPrompt="1"/>
          </p:nvPr>
        </p:nvSpPr>
        <p:spPr>
          <a:xfrm>
            <a:off x="1011172" y="3256740"/>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73297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ver 05">
    <p:spTree>
      <p:nvGrpSpPr>
        <p:cNvPr id="1" name=""/>
        <p:cNvGrpSpPr/>
        <p:nvPr/>
      </p:nvGrpSpPr>
      <p:grpSpPr>
        <a:xfrm>
          <a:off x="0" y="0"/>
          <a:ext cx="0" cy="0"/>
          <a:chOff x="0" y="0"/>
          <a:chExt cx="0" cy="0"/>
        </a:xfrm>
      </p:grpSpPr>
      <p:pic>
        <p:nvPicPr>
          <p:cNvPr id="3" name="Picture 2" descr="A person standing on a steel structure&#10;&#10;AI-generated content may be incorrect.">
            <a:extLst>
              <a:ext uri="{FF2B5EF4-FFF2-40B4-BE49-F238E27FC236}">
                <a16:creationId xmlns:a16="http://schemas.microsoft.com/office/drawing/2014/main" id="{4338AB39-CD3D-25A3-BB0F-D80D254FD7E5}"/>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1998" cy="6857999"/>
          </a:xfrm>
          <a:prstGeom prst="rect">
            <a:avLst/>
          </a:prstGeom>
        </p:spPr>
      </p:pic>
      <p:sp>
        <p:nvSpPr>
          <p:cNvPr id="9" name="Rectangle 8">
            <a:extLst>
              <a:ext uri="{FF2B5EF4-FFF2-40B4-BE49-F238E27FC236}">
                <a16:creationId xmlns:a16="http://schemas.microsoft.com/office/drawing/2014/main" id="{2E6AA024-8F5E-212B-646C-E800F8B01F0B}"/>
              </a:ext>
            </a:extLst>
          </p:cNvPr>
          <p:cNvSpPr/>
          <p:nvPr userDrawn="1"/>
        </p:nvSpPr>
        <p:spPr>
          <a:xfrm>
            <a:off x="-1" y="-1"/>
            <a:ext cx="12191999" cy="6857999"/>
          </a:xfrm>
          <a:prstGeom prst="rect">
            <a:avLst/>
          </a:prstGeom>
          <a:gradFill flip="none" rotWithShape="1">
            <a:gsLst>
              <a:gs pos="0">
                <a:srgbClr val="000000">
                  <a:alpha val="30000"/>
                </a:srgbClr>
              </a:gs>
              <a:gs pos="100000">
                <a:srgbClr val="000000">
                  <a:alpha val="4521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ABF945E-2EF6-D651-00E9-11706307E7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1172" y="4910364"/>
            <a:ext cx="1860616" cy="973246"/>
          </a:xfrm>
          <a:prstGeom prst="rect">
            <a:avLst/>
          </a:prstGeom>
        </p:spPr>
      </p:pic>
      <p:sp>
        <p:nvSpPr>
          <p:cNvPr id="6" name="Title 1">
            <a:extLst>
              <a:ext uri="{FF2B5EF4-FFF2-40B4-BE49-F238E27FC236}">
                <a16:creationId xmlns:a16="http://schemas.microsoft.com/office/drawing/2014/main" id="{0E5D86A3-B79B-3D49-BB64-20119500EDDA}"/>
              </a:ext>
            </a:extLst>
          </p:cNvPr>
          <p:cNvSpPr>
            <a:spLocks noGrp="1"/>
          </p:cNvSpPr>
          <p:nvPr>
            <p:ph type="ctrTitle" hasCustomPrompt="1"/>
          </p:nvPr>
        </p:nvSpPr>
        <p:spPr>
          <a:xfrm>
            <a:off x="1011172" y="2282274"/>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7" name="Subtitle 2">
            <a:extLst>
              <a:ext uri="{FF2B5EF4-FFF2-40B4-BE49-F238E27FC236}">
                <a16:creationId xmlns:a16="http://schemas.microsoft.com/office/drawing/2014/main" id="{EDAB698D-19A3-33A8-F408-A672335186BE}"/>
              </a:ext>
            </a:extLst>
          </p:cNvPr>
          <p:cNvSpPr>
            <a:spLocks noGrp="1"/>
          </p:cNvSpPr>
          <p:nvPr>
            <p:ph type="subTitle" idx="1" hasCustomPrompt="1"/>
          </p:nvPr>
        </p:nvSpPr>
        <p:spPr>
          <a:xfrm>
            <a:off x="1011172" y="3256740"/>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1385558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vider 0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25867D5-DA9C-2548-BBBB-789B0C728B25}"/>
              </a:ext>
            </a:extLst>
          </p:cNvPr>
          <p:cNvSpPr/>
          <p:nvPr userDrawn="1"/>
        </p:nvSpPr>
        <p:spPr>
          <a:xfrm>
            <a:off x="-1" y="0"/>
            <a:ext cx="12192001" cy="6858000"/>
          </a:xfrm>
          <a:prstGeom prst="rect">
            <a:avLst/>
          </a:prstGeom>
          <a:solidFill>
            <a:srgbClr val="00273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73C"/>
              </a:solidFill>
            </a:endParaRPr>
          </a:p>
        </p:txBody>
      </p:sp>
      <p:sp>
        <p:nvSpPr>
          <p:cNvPr id="5" name="Title 1">
            <a:extLst>
              <a:ext uri="{FF2B5EF4-FFF2-40B4-BE49-F238E27FC236}">
                <a16:creationId xmlns:a16="http://schemas.microsoft.com/office/drawing/2014/main" id="{F9873505-4265-6FCF-59AE-D1813645F17C}"/>
              </a:ext>
            </a:extLst>
          </p:cNvPr>
          <p:cNvSpPr>
            <a:spLocks noGrp="1"/>
          </p:cNvSpPr>
          <p:nvPr>
            <p:ph type="ctrTitle" hasCustomPrompt="1"/>
          </p:nvPr>
        </p:nvSpPr>
        <p:spPr>
          <a:xfrm>
            <a:off x="1011172" y="2484802"/>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6" name="Subtitle 2">
            <a:extLst>
              <a:ext uri="{FF2B5EF4-FFF2-40B4-BE49-F238E27FC236}">
                <a16:creationId xmlns:a16="http://schemas.microsoft.com/office/drawing/2014/main" id="{034F7A85-DE21-9687-4C76-97287036033A}"/>
              </a:ext>
            </a:extLst>
          </p:cNvPr>
          <p:cNvSpPr>
            <a:spLocks noGrp="1"/>
          </p:cNvSpPr>
          <p:nvPr>
            <p:ph type="subTitle" idx="1" hasCustomPrompt="1"/>
          </p:nvPr>
        </p:nvSpPr>
        <p:spPr>
          <a:xfrm>
            <a:off x="1011172" y="3459268"/>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65141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3" name="Picture 2" descr="A person standing on a steel structure&#10;&#10;AI-generated content may be incorrect.">
            <a:extLst>
              <a:ext uri="{FF2B5EF4-FFF2-40B4-BE49-F238E27FC236}">
                <a16:creationId xmlns:a16="http://schemas.microsoft.com/office/drawing/2014/main" id="{4338AB39-CD3D-25A3-BB0F-D80D254FD7E5}"/>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1998" cy="6857999"/>
          </a:xfrm>
          <a:prstGeom prst="rect">
            <a:avLst/>
          </a:prstGeom>
        </p:spPr>
      </p:pic>
      <p:sp>
        <p:nvSpPr>
          <p:cNvPr id="9" name="Rectangle 8">
            <a:extLst>
              <a:ext uri="{FF2B5EF4-FFF2-40B4-BE49-F238E27FC236}">
                <a16:creationId xmlns:a16="http://schemas.microsoft.com/office/drawing/2014/main" id="{2E6AA024-8F5E-212B-646C-E800F8B01F0B}"/>
              </a:ext>
            </a:extLst>
          </p:cNvPr>
          <p:cNvSpPr/>
          <p:nvPr userDrawn="1"/>
        </p:nvSpPr>
        <p:spPr>
          <a:xfrm>
            <a:off x="-1" y="-1"/>
            <a:ext cx="12191999" cy="6857999"/>
          </a:xfrm>
          <a:prstGeom prst="rect">
            <a:avLst/>
          </a:prstGeom>
          <a:gradFill flip="none" rotWithShape="1">
            <a:gsLst>
              <a:gs pos="0">
                <a:srgbClr val="000000">
                  <a:alpha val="30000"/>
                </a:srgbClr>
              </a:gs>
              <a:gs pos="100000">
                <a:srgbClr val="000000">
                  <a:alpha val="45210"/>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4866B9B0-D706-A472-B1BD-E6E2D2E824B0}"/>
              </a:ext>
            </a:extLst>
          </p:cNvPr>
          <p:cNvSpPr>
            <a:spLocks noGrp="1"/>
          </p:cNvSpPr>
          <p:nvPr>
            <p:ph type="ctrTitle" hasCustomPrompt="1"/>
          </p:nvPr>
        </p:nvSpPr>
        <p:spPr>
          <a:xfrm>
            <a:off x="1011172" y="2484802"/>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5" name="Subtitle 2">
            <a:extLst>
              <a:ext uri="{FF2B5EF4-FFF2-40B4-BE49-F238E27FC236}">
                <a16:creationId xmlns:a16="http://schemas.microsoft.com/office/drawing/2014/main" id="{990FF8C6-F23A-10BC-CBFF-3E08057A41CD}"/>
              </a:ext>
            </a:extLst>
          </p:cNvPr>
          <p:cNvSpPr>
            <a:spLocks noGrp="1"/>
          </p:cNvSpPr>
          <p:nvPr>
            <p:ph type="subTitle" idx="1" hasCustomPrompt="1"/>
          </p:nvPr>
        </p:nvSpPr>
        <p:spPr>
          <a:xfrm>
            <a:off x="1011172" y="3459268"/>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23988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vider 03">
    <p:spTree>
      <p:nvGrpSpPr>
        <p:cNvPr id="1" name=""/>
        <p:cNvGrpSpPr/>
        <p:nvPr/>
      </p:nvGrpSpPr>
      <p:grpSpPr>
        <a:xfrm>
          <a:off x="0" y="0"/>
          <a:ext cx="0" cy="0"/>
          <a:chOff x="0" y="0"/>
          <a:chExt cx="0" cy="0"/>
        </a:xfrm>
      </p:grpSpPr>
      <p:pic>
        <p:nvPicPr>
          <p:cNvPr id="7" name="Picture 6" descr="A person in a vest and helmet standing next to a construction vehicle&#10;&#10;AI-generated content may be incorrect.">
            <a:extLst>
              <a:ext uri="{FF2B5EF4-FFF2-40B4-BE49-F238E27FC236}">
                <a16:creationId xmlns:a16="http://schemas.microsoft.com/office/drawing/2014/main" id="{24EAFD0C-DCF5-7529-A1A2-2DC257C0EB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0"/>
            <a:ext cx="12191999" cy="6858000"/>
          </a:xfrm>
          <a:prstGeom prst="rect">
            <a:avLst/>
          </a:prstGeom>
        </p:spPr>
      </p:pic>
      <p:sp>
        <p:nvSpPr>
          <p:cNvPr id="5" name="Rectangle 4">
            <a:extLst>
              <a:ext uri="{FF2B5EF4-FFF2-40B4-BE49-F238E27FC236}">
                <a16:creationId xmlns:a16="http://schemas.microsoft.com/office/drawing/2014/main" id="{21FEB25B-B4F9-E87D-B9CD-C62CEF94C9F9}"/>
              </a:ext>
            </a:extLst>
          </p:cNvPr>
          <p:cNvSpPr/>
          <p:nvPr userDrawn="1"/>
        </p:nvSpPr>
        <p:spPr>
          <a:xfrm>
            <a:off x="0" y="1"/>
            <a:ext cx="12191999" cy="6857999"/>
          </a:xfrm>
          <a:prstGeom prst="rect">
            <a:avLst/>
          </a:prstGeom>
          <a:gradFill flip="none" rotWithShape="1">
            <a:gsLst>
              <a:gs pos="0">
                <a:srgbClr val="000000">
                  <a:alpha val="75046"/>
                </a:srgbClr>
              </a:gs>
              <a:gs pos="100000">
                <a:srgbClr val="000000">
                  <a:alpha val="2000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F51205-A78F-89D7-4134-A1BEFB1E43D6}"/>
              </a:ext>
            </a:extLst>
          </p:cNvPr>
          <p:cNvSpPr>
            <a:spLocks noGrp="1"/>
          </p:cNvSpPr>
          <p:nvPr>
            <p:ph type="ctrTitle" hasCustomPrompt="1"/>
          </p:nvPr>
        </p:nvSpPr>
        <p:spPr>
          <a:xfrm>
            <a:off x="1011172" y="2484802"/>
            <a:ext cx="9656828" cy="974466"/>
          </a:xfrm>
          <a:prstGeom prst="rect">
            <a:avLst/>
          </a:prstGeom>
        </p:spPr>
        <p:txBody>
          <a:bodyPr anchor="ctr">
            <a:normAutofit/>
          </a:bodyPr>
          <a:lstStyle>
            <a:lvl1pPr algn="l">
              <a:defRPr sz="6000" b="0" i="0" cap="all" baseline="0">
                <a:solidFill>
                  <a:schemeClr val="bg1"/>
                </a:solidFill>
                <a:latin typeface="Industry Demi" pitchFamily="2" charset="77"/>
              </a:defRPr>
            </a:lvl1pPr>
          </a:lstStyle>
          <a:p>
            <a:r>
              <a:rPr lang="en-US"/>
              <a:t>HEADER</a:t>
            </a:r>
          </a:p>
        </p:txBody>
      </p:sp>
      <p:sp>
        <p:nvSpPr>
          <p:cNvPr id="4" name="Subtitle 2">
            <a:extLst>
              <a:ext uri="{FF2B5EF4-FFF2-40B4-BE49-F238E27FC236}">
                <a16:creationId xmlns:a16="http://schemas.microsoft.com/office/drawing/2014/main" id="{E7682D1B-7F56-F55D-1B6C-ECECA00CBE33}"/>
              </a:ext>
            </a:extLst>
          </p:cNvPr>
          <p:cNvSpPr>
            <a:spLocks noGrp="1"/>
          </p:cNvSpPr>
          <p:nvPr>
            <p:ph type="subTitle" idx="1" hasCustomPrompt="1"/>
          </p:nvPr>
        </p:nvSpPr>
        <p:spPr>
          <a:xfrm>
            <a:off x="1011172" y="3459268"/>
            <a:ext cx="9656828" cy="541416"/>
          </a:xfrm>
        </p:spPr>
        <p:txBody>
          <a:bodyPr anchor="ctr">
            <a:noAutofit/>
          </a:bodyPr>
          <a:lstStyle>
            <a:lvl1pPr marL="0" indent="0" algn="l">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3514417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vider 04">
    <p:spTree>
      <p:nvGrpSpPr>
        <p:cNvPr id="1" name=""/>
        <p:cNvGrpSpPr/>
        <p:nvPr/>
      </p:nvGrpSpPr>
      <p:grpSpPr>
        <a:xfrm>
          <a:off x="0" y="0"/>
          <a:ext cx="0" cy="0"/>
          <a:chOff x="0" y="0"/>
          <a:chExt cx="0" cy="0"/>
        </a:xfrm>
      </p:grpSpPr>
      <p:pic>
        <p:nvPicPr>
          <p:cNvPr id="8" name="Picture 7" descr="A group of vehicles on a dirt field&#10;&#10;AI-generated content may be incorrect.">
            <a:extLst>
              <a:ext uri="{FF2B5EF4-FFF2-40B4-BE49-F238E27FC236}">
                <a16:creationId xmlns:a16="http://schemas.microsoft.com/office/drawing/2014/main" id="{69DB5429-B0D6-2490-9E64-6F1B9A369A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2E6AA024-8F5E-212B-646C-E800F8B01F0B}"/>
              </a:ext>
            </a:extLst>
          </p:cNvPr>
          <p:cNvSpPr/>
          <p:nvPr userDrawn="1"/>
        </p:nvSpPr>
        <p:spPr>
          <a:xfrm>
            <a:off x="0" y="1"/>
            <a:ext cx="12191999" cy="6857999"/>
          </a:xfrm>
          <a:prstGeom prst="rect">
            <a:avLst/>
          </a:prstGeom>
          <a:gradFill flip="none" rotWithShape="1">
            <a:gsLst>
              <a:gs pos="0">
                <a:srgbClr val="000000">
                  <a:alpha val="29791"/>
                </a:srgbClr>
              </a:gs>
              <a:gs pos="100000">
                <a:srgbClr val="000000">
                  <a:alpha val="30234"/>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708B4A-0FAF-1741-2CA8-AF10687F04EA}"/>
              </a:ext>
            </a:extLst>
          </p:cNvPr>
          <p:cNvSpPr>
            <a:spLocks noGrp="1"/>
          </p:cNvSpPr>
          <p:nvPr>
            <p:ph type="ctrTitle" hasCustomPrompt="1"/>
          </p:nvPr>
        </p:nvSpPr>
        <p:spPr>
          <a:xfrm>
            <a:off x="1011172" y="2484802"/>
            <a:ext cx="9656828" cy="974466"/>
          </a:xfrm>
          <a:prstGeom prst="rect">
            <a:avLst/>
          </a:prstGeom>
        </p:spPr>
        <p:txBody>
          <a:bodyPr anchor="ctr">
            <a:normAutofit/>
          </a:bodyPr>
          <a:lstStyle>
            <a:lvl1pPr algn="ctr">
              <a:defRPr sz="6000" b="0" i="0" cap="all" baseline="0">
                <a:solidFill>
                  <a:schemeClr val="bg1"/>
                </a:solidFill>
                <a:latin typeface="Industry Demi" pitchFamily="2" charset="77"/>
              </a:defRPr>
            </a:lvl1pPr>
          </a:lstStyle>
          <a:p>
            <a:r>
              <a:rPr lang="en-US"/>
              <a:t>HEADER</a:t>
            </a:r>
          </a:p>
        </p:txBody>
      </p:sp>
      <p:sp>
        <p:nvSpPr>
          <p:cNvPr id="3" name="Subtitle 2">
            <a:extLst>
              <a:ext uri="{FF2B5EF4-FFF2-40B4-BE49-F238E27FC236}">
                <a16:creationId xmlns:a16="http://schemas.microsoft.com/office/drawing/2014/main" id="{27FCE1F9-5817-CA63-0854-4AB1F578336D}"/>
              </a:ext>
            </a:extLst>
          </p:cNvPr>
          <p:cNvSpPr>
            <a:spLocks noGrp="1"/>
          </p:cNvSpPr>
          <p:nvPr>
            <p:ph type="subTitle" idx="1" hasCustomPrompt="1"/>
          </p:nvPr>
        </p:nvSpPr>
        <p:spPr>
          <a:xfrm>
            <a:off x="1011172" y="3459268"/>
            <a:ext cx="9656828" cy="541416"/>
          </a:xfrm>
        </p:spPr>
        <p:txBody>
          <a:bodyPr anchor="ctr">
            <a:noAutofit/>
          </a:bodyPr>
          <a:lstStyle>
            <a:lvl1pPr marL="0" indent="0" algn="ctr">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266282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Divider 05">
    <p:spTree>
      <p:nvGrpSpPr>
        <p:cNvPr id="1" name=""/>
        <p:cNvGrpSpPr/>
        <p:nvPr/>
      </p:nvGrpSpPr>
      <p:grpSpPr>
        <a:xfrm>
          <a:off x="0" y="0"/>
          <a:ext cx="0" cy="0"/>
          <a:chOff x="0" y="0"/>
          <a:chExt cx="0" cy="0"/>
        </a:xfrm>
      </p:grpSpPr>
      <p:pic>
        <p:nvPicPr>
          <p:cNvPr id="5" name="Picture 4" descr="A person in a hard hat and orange vest sitting on a construction site&#10;&#10;AI-generated content may be incorrect.">
            <a:extLst>
              <a:ext uri="{FF2B5EF4-FFF2-40B4-BE49-F238E27FC236}">
                <a16:creationId xmlns:a16="http://schemas.microsoft.com/office/drawing/2014/main" id="{729DCB60-7322-8E20-8778-7E6149A7D880}"/>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2E6AA024-8F5E-212B-646C-E800F8B01F0B}"/>
              </a:ext>
            </a:extLst>
          </p:cNvPr>
          <p:cNvSpPr/>
          <p:nvPr userDrawn="1"/>
        </p:nvSpPr>
        <p:spPr>
          <a:xfrm>
            <a:off x="0" y="0"/>
            <a:ext cx="12191999" cy="6857999"/>
          </a:xfrm>
          <a:prstGeom prst="rect">
            <a:avLst/>
          </a:prstGeom>
          <a:gradFill flip="none" rotWithShape="1">
            <a:gsLst>
              <a:gs pos="0">
                <a:srgbClr val="000000">
                  <a:alpha val="29791"/>
                </a:srgbClr>
              </a:gs>
              <a:gs pos="100000">
                <a:srgbClr val="000000">
                  <a:alpha val="30234"/>
                </a:srgb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708B4A-0FAF-1741-2CA8-AF10687F04EA}"/>
              </a:ext>
            </a:extLst>
          </p:cNvPr>
          <p:cNvSpPr>
            <a:spLocks noGrp="1"/>
          </p:cNvSpPr>
          <p:nvPr>
            <p:ph type="ctrTitle" hasCustomPrompt="1"/>
          </p:nvPr>
        </p:nvSpPr>
        <p:spPr>
          <a:xfrm>
            <a:off x="1011172" y="2484802"/>
            <a:ext cx="9656828" cy="974466"/>
          </a:xfrm>
          <a:prstGeom prst="rect">
            <a:avLst/>
          </a:prstGeom>
        </p:spPr>
        <p:txBody>
          <a:bodyPr anchor="ctr">
            <a:normAutofit/>
          </a:bodyPr>
          <a:lstStyle>
            <a:lvl1pPr algn="ctr">
              <a:defRPr sz="6000" b="0" i="0" cap="all" baseline="0">
                <a:solidFill>
                  <a:schemeClr val="bg1"/>
                </a:solidFill>
                <a:latin typeface="Industry Demi" pitchFamily="2" charset="77"/>
              </a:defRPr>
            </a:lvl1pPr>
          </a:lstStyle>
          <a:p>
            <a:r>
              <a:rPr lang="en-US"/>
              <a:t>HEADER</a:t>
            </a:r>
          </a:p>
        </p:txBody>
      </p:sp>
      <p:sp>
        <p:nvSpPr>
          <p:cNvPr id="3" name="Subtitle 2">
            <a:extLst>
              <a:ext uri="{FF2B5EF4-FFF2-40B4-BE49-F238E27FC236}">
                <a16:creationId xmlns:a16="http://schemas.microsoft.com/office/drawing/2014/main" id="{27FCE1F9-5817-CA63-0854-4AB1F578336D}"/>
              </a:ext>
            </a:extLst>
          </p:cNvPr>
          <p:cNvSpPr>
            <a:spLocks noGrp="1"/>
          </p:cNvSpPr>
          <p:nvPr>
            <p:ph type="subTitle" idx="1" hasCustomPrompt="1"/>
          </p:nvPr>
        </p:nvSpPr>
        <p:spPr>
          <a:xfrm>
            <a:off x="1011172" y="3459268"/>
            <a:ext cx="9656828" cy="541416"/>
          </a:xfrm>
        </p:spPr>
        <p:txBody>
          <a:bodyPr anchor="ctr">
            <a:noAutofit/>
          </a:bodyPr>
          <a:lstStyle>
            <a:lvl1pPr marL="0" indent="0" algn="ctr">
              <a:buNone/>
              <a:defRPr sz="2800" b="0" i="0" cap="all" spc="300" baseline="0">
                <a:solidFill>
                  <a:schemeClr val="bg1"/>
                </a:solidFill>
                <a:latin typeface="Industry Demi"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(OPTIONAL)</a:t>
            </a:r>
          </a:p>
        </p:txBody>
      </p:sp>
    </p:spTree>
    <p:extLst>
      <p:ext uri="{BB962C8B-B14F-4D97-AF65-F5344CB8AC3E}">
        <p14:creationId xmlns:p14="http://schemas.microsoft.com/office/powerpoint/2010/main" val="1962209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re Purpose">
    <p:spTree>
      <p:nvGrpSpPr>
        <p:cNvPr id="1" name=""/>
        <p:cNvGrpSpPr/>
        <p:nvPr/>
      </p:nvGrpSpPr>
      <p:grpSpPr>
        <a:xfrm>
          <a:off x="0" y="0"/>
          <a:ext cx="0" cy="0"/>
          <a:chOff x="0" y="0"/>
          <a:chExt cx="0" cy="0"/>
        </a:xfrm>
      </p:grpSpPr>
      <p:pic>
        <p:nvPicPr>
          <p:cNvPr id="2" name="Picture 1" descr="A black and orange rectangle with white text&#10;&#10;AI-generated content may be incorrect.">
            <a:extLst>
              <a:ext uri="{FF2B5EF4-FFF2-40B4-BE49-F238E27FC236}">
                <a16:creationId xmlns:a16="http://schemas.microsoft.com/office/drawing/2014/main" id="{47459E27-1AC9-16F3-FE0A-2ACF1D5F1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8582" y="2201496"/>
            <a:ext cx="7254834" cy="1823785"/>
          </a:xfrm>
          <a:prstGeom prst="rect">
            <a:avLst/>
          </a:prstGeom>
        </p:spPr>
      </p:pic>
      <p:pic>
        <p:nvPicPr>
          <p:cNvPr id="3" name="Picture 2">
            <a:extLst>
              <a:ext uri="{FF2B5EF4-FFF2-40B4-BE49-F238E27FC236}">
                <a16:creationId xmlns:a16="http://schemas.microsoft.com/office/drawing/2014/main" id="{85E33767-C063-31C5-E50C-436C1D53BFE0}"/>
              </a:ext>
            </a:extLst>
          </p:cNvPr>
          <p:cNvPicPr>
            <a:picLocks noChangeAspect="1"/>
          </p:cNvPicPr>
          <p:nvPr userDrawn="1"/>
        </p:nvPicPr>
        <p:blipFill>
          <a:blip r:embed="rId3"/>
          <a:stretch>
            <a:fillRect/>
          </a:stretch>
        </p:blipFill>
        <p:spPr>
          <a:xfrm>
            <a:off x="5378599" y="4946108"/>
            <a:ext cx="1434801" cy="753109"/>
          </a:xfrm>
          <a:prstGeom prst="rect">
            <a:avLst/>
          </a:prstGeom>
        </p:spPr>
      </p:pic>
    </p:spTree>
    <p:extLst>
      <p:ext uri="{BB962C8B-B14F-4D97-AF65-F5344CB8AC3E}">
        <p14:creationId xmlns:p14="http://schemas.microsoft.com/office/powerpoint/2010/main" val="1505222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0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5F2863E-7BFB-924A-9129-671D4DFE83CE}"/>
              </a:ext>
            </a:extLst>
          </p:cNvPr>
          <p:cNvSpPr txBox="1">
            <a:spLocks/>
          </p:cNvSpPr>
          <p:nvPr/>
        </p:nvSpPr>
        <p:spPr>
          <a:xfrm>
            <a:off x="0" y="0"/>
            <a:ext cx="12192000"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2" name="Title 1"/>
          <p:cNvSpPr>
            <a:spLocks noGrp="1"/>
          </p:cNvSpPr>
          <p:nvPr>
            <p:ph type="title" hasCustomPrompt="1"/>
          </p:nvPr>
        </p:nvSpPr>
        <p:spPr>
          <a:xfrm>
            <a:off x="950025" y="267424"/>
            <a:ext cx="10284031" cy="723936"/>
          </a:xfrm>
          <a:prstGeom prst="rect">
            <a:avLst/>
          </a:prstGeom>
        </p:spPr>
        <p:txBody>
          <a:bodyPr>
            <a:normAutofit/>
          </a:bodyPr>
          <a:lstStyle>
            <a:lvl1pPr>
              <a:defRPr sz="3600" b="0" i="0">
                <a:solidFill>
                  <a:schemeClr val="bg1"/>
                </a:solidFill>
                <a:latin typeface="Industry Demi" pitchFamily="2" charset="77"/>
              </a:defRPr>
            </a:lvl1pPr>
          </a:lstStyle>
          <a:p>
            <a:r>
              <a:rPr lang="en-US"/>
              <a:t>TITLE GOES HERE</a:t>
            </a:r>
          </a:p>
        </p:txBody>
      </p:sp>
      <p:sp>
        <p:nvSpPr>
          <p:cNvPr id="4" name="Content Placeholder 2">
            <a:extLst>
              <a:ext uri="{FF2B5EF4-FFF2-40B4-BE49-F238E27FC236}">
                <a16:creationId xmlns:a16="http://schemas.microsoft.com/office/drawing/2014/main" id="{57786CA2-1DD7-EC4F-E430-F16DBF92CAC2}"/>
              </a:ext>
            </a:extLst>
          </p:cNvPr>
          <p:cNvSpPr>
            <a:spLocks noGrp="1"/>
          </p:cNvSpPr>
          <p:nvPr>
            <p:ph idx="1" hasCustomPrompt="1"/>
          </p:nvPr>
        </p:nvSpPr>
        <p:spPr>
          <a:xfrm>
            <a:off x="950025" y="1608553"/>
            <a:ext cx="8827959" cy="457025"/>
          </a:xfrm>
        </p:spPr>
        <p:txBody>
          <a:bodyPr anchor="ctr">
            <a:noAutofit/>
          </a:bodyPr>
          <a:lstStyle>
            <a:lvl1pPr marL="0" indent="0">
              <a:lnSpc>
                <a:spcPts val="2800"/>
              </a:lnSpc>
              <a:buFont typeface="Arial" panose="020B0604020202020204" pitchFamily="34" charset="0"/>
              <a:buNone/>
              <a:defRPr sz="2000" b="0" i="0" cap="all" spc="300" baseline="0">
                <a:solidFill>
                  <a:srgbClr val="4F758B"/>
                </a:solidFill>
                <a:latin typeface="Industry Demi" pitchFamily="2" charset="77"/>
              </a:defRPr>
            </a:lvl1pPr>
          </a:lstStyle>
          <a:p>
            <a:pPr lvl="0"/>
            <a:r>
              <a:rPr lang="en-US"/>
              <a:t>SUBHEADER</a:t>
            </a:r>
          </a:p>
        </p:txBody>
      </p:sp>
      <p:sp>
        <p:nvSpPr>
          <p:cNvPr id="5" name="Content Placeholder 2">
            <a:extLst>
              <a:ext uri="{FF2B5EF4-FFF2-40B4-BE49-F238E27FC236}">
                <a16:creationId xmlns:a16="http://schemas.microsoft.com/office/drawing/2014/main" id="{954DFB2B-C45A-FABA-FD19-CE7483D26348}"/>
              </a:ext>
            </a:extLst>
          </p:cNvPr>
          <p:cNvSpPr>
            <a:spLocks noGrp="1"/>
          </p:cNvSpPr>
          <p:nvPr>
            <p:ph sz="half" idx="11" hasCustomPrompt="1"/>
          </p:nvPr>
        </p:nvSpPr>
        <p:spPr>
          <a:xfrm>
            <a:off x="950025" y="2267838"/>
            <a:ext cx="8827959" cy="3551071"/>
          </a:xfrm>
        </p:spPr>
        <p:txBody>
          <a:bodyPr>
            <a:noAutofit/>
          </a:bodyPr>
          <a:lstStyle>
            <a:lvl1pPr>
              <a:lnSpc>
                <a:spcPts val="2900"/>
              </a:lnSpc>
              <a:spcBef>
                <a:spcPts val="0"/>
              </a:spcBef>
              <a:spcAft>
                <a:spcPts val="1600"/>
              </a:spcAft>
              <a:defRPr sz="2000" b="0" i="0">
                <a:latin typeface="URW DIN" pitchFamily="2" charset="77"/>
              </a:defRPr>
            </a:lvl1pPr>
            <a:lvl2pPr>
              <a:lnSpc>
                <a:spcPts val="2800"/>
              </a:lnSpc>
              <a:spcBef>
                <a:spcPts val="0"/>
              </a:spcBef>
              <a:spcAft>
                <a:spcPts val="1200"/>
              </a:spcAft>
              <a:defRPr sz="2000" b="0" i="0">
                <a:latin typeface="URW DIN" pitchFamily="2" charset="77"/>
              </a:defRPr>
            </a:lvl2pPr>
            <a:lvl3pPr>
              <a:lnSpc>
                <a:spcPts val="2300"/>
              </a:lnSpc>
              <a:spcBef>
                <a:spcPts val="0"/>
              </a:spcBef>
              <a:spcAft>
                <a:spcPts val="600"/>
              </a:spcAft>
              <a:defRPr sz="1800" b="0" i="0">
                <a:latin typeface="URW DIN" pitchFamily="2" charset="77"/>
              </a:defRPr>
            </a:lvl3pPr>
            <a:lvl4pPr>
              <a:lnSpc>
                <a:spcPts val="2200"/>
              </a:lnSpc>
              <a:spcBef>
                <a:spcPts val="0"/>
              </a:spcBef>
              <a:spcAft>
                <a:spcPts val="600"/>
              </a:spcAft>
              <a:defRPr/>
            </a:lvl4pPr>
            <a:lvl5pPr>
              <a:lnSpc>
                <a:spcPts val="2100"/>
              </a:lnSpc>
              <a:spcBef>
                <a:spcPts val="0"/>
              </a:spcBef>
              <a:spcAft>
                <a:spcPts val="600"/>
              </a:spcAft>
              <a:defRPr/>
            </a:lvl5pPr>
          </a:lstStyle>
          <a:p>
            <a:pPr lvl="0"/>
            <a:r>
              <a:rPr lang="en-US"/>
              <a:t>Bulleted list text here</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B285D4D4-51FC-72D7-9C32-55ECDC0F58A6}"/>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36709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01 NP">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5F2863E-7BFB-924A-9129-671D4DFE83CE}"/>
              </a:ext>
            </a:extLst>
          </p:cNvPr>
          <p:cNvSpPr txBox="1">
            <a:spLocks/>
          </p:cNvSpPr>
          <p:nvPr/>
        </p:nvSpPr>
        <p:spPr>
          <a:xfrm>
            <a:off x="0" y="0"/>
            <a:ext cx="12192000"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2" name="Title 1"/>
          <p:cNvSpPr>
            <a:spLocks noGrp="1"/>
          </p:cNvSpPr>
          <p:nvPr>
            <p:ph type="title" hasCustomPrompt="1"/>
          </p:nvPr>
        </p:nvSpPr>
        <p:spPr>
          <a:xfrm>
            <a:off x="950025" y="267424"/>
            <a:ext cx="10284031" cy="723936"/>
          </a:xfrm>
          <a:prstGeom prst="rect">
            <a:avLst/>
          </a:prstGeom>
        </p:spPr>
        <p:txBody>
          <a:bodyPr>
            <a:normAutofit/>
          </a:bodyPr>
          <a:lstStyle>
            <a:lvl1pPr>
              <a:defRPr sz="3600" b="0" i="0" cap="all" baseline="0">
                <a:solidFill>
                  <a:schemeClr val="bg1"/>
                </a:solidFill>
                <a:latin typeface="Industry Demi" pitchFamily="2" charset="77"/>
              </a:defRPr>
            </a:lvl1pPr>
          </a:lstStyle>
          <a:p>
            <a:r>
              <a:rPr lang="en-US"/>
              <a:t>TITLE GOES HERE</a:t>
            </a:r>
          </a:p>
        </p:txBody>
      </p:sp>
      <p:pic>
        <p:nvPicPr>
          <p:cNvPr id="8" name="Picture 7">
            <a:extLst>
              <a:ext uri="{FF2B5EF4-FFF2-40B4-BE49-F238E27FC236}">
                <a16:creationId xmlns:a16="http://schemas.microsoft.com/office/drawing/2014/main" id="{B285D4D4-51FC-72D7-9C32-55ECDC0F58A6}"/>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40653499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05">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5F2863E-7BFB-924A-9129-671D4DFE83CE}"/>
              </a:ext>
            </a:extLst>
          </p:cNvPr>
          <p:cNvSpPr txBox="1">
            <a:spLocks/>
          </p:cNvSpPr>
          <p:nvPr/>
        </p:nvSpPr>
        <p:spPr>
          <a:xfrm>
            <a:off x="3361552" y="0"/>
            <a:ext cx="8830448"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2" name="Title 1"/>
          <p:cNvSpPr>
            <a:spLocks noGrp="1"/>
          </p:cNvSpPr>
          <p:nvPr>
            <p:ph type="title" hasCustomPrompt="1"/>
          </p:nvPr>
        </p:nvSpPr>
        <p:spPr>
          <a:xfrm>
            <a:off x="3993777" y="267424"/>
            <a:ext cx="7409330" cy="723936"/>
          </a:xfrm>
          <a:prstGeom prst="rect">
            <a:avLst/>
          </a:prstGeom>
        </p:spPr>
        <p:txBody>
          <a:bodyPr>
            <a:normAutofit/>
          </a:bodyPr>
          <a:lstStyle>
            <a:lvl1pPr>
              <a:defRPr sz="3600" b="0" i="0">
                <a:solidFill>
                  <a:schemeClr val="bg1"/>
                </a:solidFill>
                <a:latin typeface="Industry Demi" pitchFamily="2" charset="77"/>
              </a:defRPr>
            </a:lvl1pPr>
          </a:lstStyle>
          <a:p>
            <a:r>
              <a:rPr lang="en-US"/>
              <a:t>TITLE GOES HERE</a:t>
            </a:r>
          </a:p>
        </p:txBody>
      </p:sp>
      <p:sp>
        <p:nvSpPr>
          <p:cNvPr id="4" name="Content Placeholder 2">
            <a:extLst>
              <a:ext uri="{FF2B5EF4-FFF2-40B4-BE49-F238E27FC236}">
                <a16:creationId xmlns:a16="http://schemas.microsoft.com/office/drawing/2014/main" id="{57786CA2-1DD7-EC4F-E430-F16DBF92CAC2}"/>
              </a:ext>
            </a:extLst>
          </p:cNvPr>
          <p:cNvSpPr>
            <a:spLocks noGrp="1"/>
          </p:cNvSpPr>
          <p:nvPr>
            <p:ph idx="1" hasCustomPrompt="1"/>
          </p:nvPr>
        </p:nvSpPr>
        <p:spPr>
          <a:xfrm>
            <a:off x="3993777" y="1608553"/>
            <a:ext cx="7409330" cy="457025"/>
          </a:xfrm>
        </p:spPr>
        <p:txBody>
          <a:bodyPr anchor="ctr">
            <a:noAutofit/>
          </a:bodyPr>
          <a:lstStyle>
            <a:lvl1pPr marL="0" indent="0">
              <a:lnSpc>
                <a:spcPts val="2800"/>
              </a:lnSpc>
              <a:buFont typeface="Arial" panose="020B0604020202020204" pitchFamily="34" charset="0"/>
              <a:buNone/>
              <a:defRPr sz="2000" b="0" i="0" cap="all" spc="300" baseline="0">
                <a:solidFill>
                  <a:srgbClr val="4F758B"/>
                </a:solidFill>
                <a:latin typeface="Industry Demi" pitchFamily="2" charset="77"/>
              </a:defRPr>
            </a:lvl1pPr>
          </a:lstStyle>
          <a:p>
            <a:pPr lvl="0"/>
            <a:r>
              <a:rPr lang="en-US"/>
              <a:t>SUBHEADER</a:t>
            </a:r>
          </a:p>
        </p:txBody>
      </p:sp>
      <p:sp>
        <p:nvSpPr>
          <p:cNvPr id="5" name="Content Placeholder 2">
            <a:extLst>
              <a:ext uri="{FF2B5EF4-FFF2-40B4-BE49-F238E27FC236}">
                <a16:creationId xmlns:a16="http://schemas.microsoft.com/office/drawing/2014/main" id="{954DFB2B-C45A-FABA-FD19-CE7483D26348}"/>
              </a:ext>
            </a:extLst>
          </p:cNvPr>
          <p:cNvSpPr>
            <a:spLocks noGrp="1"/>
          </p:cNvSpPr>
          <p:nvPr>
            <p:ph sz="half" idx="11" hasCustomPrompt="1"/>
          </p:nvPr>
        </p:nvSpPr>
        <p:spPr>
          <a:xfrm>
            <a:off x="3993777" y="2267839"/>
            <a:ext cx="7409330" cy="3272350"/>
          </a:xfrm>
        </p:spPr>
        <p:txBody>
          <a:bodyPr>
            <a:noAutofit/>
          </a:bodyPr>
          <a:lstStyle>
            <a:lvl1pPr>
              <a:lnSpc>
                <a:spcPts val="2900"/>
              </a:lnSpc>
              <a:spcBef>
                <a:spcPts val="0"/>
              </a:spcBef>
              <a:spcAft>
                <a:spcPts val="1600"/>
              </a:spcAft>
              <a:defRPr sz="2000" b="0" i="0">
                <a:latin typeface="URW DIN" pitchFamily="2" charset="77"/>
              </a:defRPr>
            </a:lvl1pPr>
            <a:lvl2pPr>
              <a:lnSpc>
                <a:spcPts val="2800"/>
              </a:lnSpc>
              <a:spcBef>
                <a:spcPts val="0"/>
              </a:spcBef>
              <a:spcAft>
                <a:spcPts val="1200"/>
              </a:spcAft>
              <a:defRPr sz="2000" b="0" i="0">
                <a:latin typeface="URW DIN" pitchFamily="2" charset="77"/>
              </a:defRPr>
            </a:lvl2pPr>
            <a:lvl3pPr>
              <a:lnSpc>
                <a:spcPts val="2300"/>
              </a:lnSpc>
              <a:spcBef>
                <a:spcPts val="0"/>
              </a:spcBef>
              <a:spcAft>
                <a:spcPts val="600"/>
              </a:spcAft>
              <a:defRPr sz="1800" b="0" i="0">
                <a:latin typeface="URW DIN" pitchFamily="2" charset="77"/>
              </a:defRPr>
            </a:lvl3pPr>
            <a:lvl4pPr>
              <a:lnSpc>
                <a:spcPts val="2200"/>
              </a:lnSpc>
              <a:spcBef>
                <a:spcPts val="0"/>
              </a:spcBef>
              <a:spcAft>
                <a:spcPts val="600"/>
              </a:spcAft>
              <a:defRPr/>
            </a:lvl4pPr>
            <a:lvl5pPr>
              <a:lnSpc>
                <a:spcPts val="2100"/>
              </a:lnSpc>
              <a:spcBef>
                <a:spcPts val="0"/>
              </a:spcBef>
              <a:spcAft>
                <a:spcPts val="600"/>
              </a:spcAft>
              <a:defRPr/>
            </a:lvl5pPr>
          </a:lstStyle>
          <a:p>
            <a:pPr lvl="0"/>
            <a:r>
              <a:rPr lang="en-US"/>
              <a:t>Bulleted list text here</a:t>
            </a:r>
          </a:p>
          <a:p>
            <a:pPr lvl="1"/>
            <a:r>
              <a:rPr lang="en-US"/>
              <a:t>Second level</a:t>
            </a:r>
          </a:p>
          <a:p>
            <a:pPr lvl="2"/>
            <a:r>
              <a:rPr lang="en-US"/>
              <a:t>Third level</a:t>
            </a:r>
          </a:p>
        </p:txBody>
      </p:sp>
      <p:sp>
        <p:nvSpPr>
          <p:cNvPr id="3" name="Picture Placeholder 2">
            <a:extLst>
              <a:ext uri="{FF2B5EF4-FFF2-40B4-BE49-F238E27FC236}">
                <a16:creationId xmlns:a16="http://schemas.microsoft.com/office/drawing/2014/main" id="{7D1C3EAE-20ED-EE61-9F33-89F9140433AF}"/>
              </a:ext>
            </a:extLst>
          </p:cNvPr>
          <p:cNvSpPr>
            <a:spLocks noGrp="1"/>
          </p:cNvSpPr>
          <p:nvPr>
            <p:ph type="pic" sz="quarter" idx="29"/>
          </p:nvPr>
        </p:nvSpPr>
        <p:spPr>
          <a:xfrm>
            <a:off x="0" y="0"/>
            <a:ext cx="3361552" cy="6858000"/>
          </a:xfrm>
        </p:spPr>
        <p:txBody>
          <a:bodyPr/>
          <a:lstStyle>
            <a:lvl1pPr>
              <a:defRPr b="0" i="0">
                <a:latin typeface="URW DIN" pitchFamily="2" charset="77"/>
              </a:defRPr>
            </a:lvl1pPr>
          </a:lstStyle>
          <a:p>
            <a:endParaRPr lang="en-US"/>
          </a:p>
        </p:txBody>
      </p:sp>
      <p:pic>
        <p:nvPicPr>
          <p:cNvPr id="6" name="Picture 5">
            <a:extLst>
              <a:ext uri="{FF2B5EF4-FFF2-40B4-BE49-F238E27FC236}">
                <a16:creationId xmlns:a16="http://schemas.microsoft.com/office/drawing/2014/main" id="{810000BB-3CB0-59D5-647E-E930B206B788}"/>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3793619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05 NP">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5F2863E-7BFB-924A-9129-671D4DFE83CE}"/>
              </a:ext>
            </a:extLst>
          </p:cNvPr>
          <p:cNvSpPr txBox="1">
            <a:spLocks/>
          </p:cNvSpPr>
          <p:nvPr/>
        </p:nvSpPr>
        <p:spPr>
          <a:xfrm>
            <a:off x="3361552" y="0"/>
            <a:ext cx="8830448"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2" name="Title 1"/>
          <p:cNvSpPr>
            <a:spLocks noGrp="1"/>
          </p:cNvSpPr>
          <p:nvPr>
            <p:ph type="title" hasCustomPrompt="1"/>
          </p:nvPr>
        </p:nvSpPr>
        <p:spPr>
          <a:xfrm>
            <a:off x="3993777" y="267424"/>
            <a:ext cx="7409330" cy="723936"/>
          </a:xfrm>
          <a:prstGeom prst="rect">
            <a:avLst/>
          </a:prstGeom>
        </p:spPr>
        <p:txBody>
          <a:bodyPr>
            <a:normAutofit/>
          </a:bodyPr>
          <a:lstStyle>
            <a:lvl1pPr>
              <a:defRPr sz="3600" b="0" i="0" cap="all" baseline="0">
                <a:solidFill>
                  <a:schemeClr val="bg1"/>
                </a:solidFill>
                <a:latin typeface="Industry Demi" pitchFamily="2" charset="77"/>
              </a:defRPr>
            </a:lvl1pPr>
          </a:lstStyle>
          <a:p>
            <a:r>
              <a:rPr lang="en-US"/>
              <a:t>TITLE GOES HERE</a:t>
            </a:r>
          </a:p>
        </p:txBody>
      </p:sp>
      <p:sp>
        <p:nvSpPr>
          <p:cNvPr id="3" name="Picture Placeholder 2">
            <a:extLst>
              <a:ext uri="{FF2B5EF4-FFF2-40B4-BE49-F238E27FC236}">
                <a16:creationId xmlns:a16="http://schemas.microsoft.com/office/drawing/2014/main" id="{7D1C3EAE-20ED-EE61-9F33-89F9140433AF}"/>
              </a:ext>
            </a:extLst>
          </p:cNvPr>
          <p:cNvSpPr>
            <a:spLocks noGrp="1"/>
          </p:cNvSpPr>
          <p:nvPr>
            <p:ph type="pic" sz="quarter" idx="29"/>
          </p:nvPr>
        </p:nvSpPr>
        <p:spPr>
          <a:xfrm>
            <a:off x="0" y="0"/>
            <a:ext cx="3361552" cy="6858000"/>
          </a:xfrm>
        </p:spPr>
        <p:txBody>
          <a:bodyPr/>
          <a:lstStyle>
            <a:lvl1pPr>
              <a:defRPr b="0" i="0">
                <a:latin typeface="URW DIN" pitchFamily="2" charset="77"/>
              </a:defRPr>
            </a:lvl1pPr>
          </a:lstStyle>
          <a:p>
            <a:endParaRPr lang="en-US"/>
          </a:p>
        </p:txBody>
      </p:sp>
      <p:pic>
        <p:nvPicPr>
          <p:cNvPr id="6" name="Picture 5">
            <a:extLst>
              <a:ext uri="{FF2B5EF4-FFF2-40B4-BE49-F238E27FC236}">
                <a16:creationId xmlns:a16="http://schemas.microsoft.com/office/drawing/2014/main" id="{810000BB-3CB0-59D5-647E-E930B206B788}"/>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40254276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0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FD44251-335C-395B-1C9A-AE4315AA4E81}"/>
              </a:ext>
            </a:extLst>
          </p:cNvPr>
          <p:cNvSpPr>
            <a:spLocks noGrp="1"/>
          </p:cNvSpPr>
          <p:nvPr>
            <p:ph type="pic" sz="quarter" idx="12"/>
          </p:nvPr>
        </p:nvSpPr>
        <p:spPr>
          <a:xfrm>
            <a:off x="0" y="0"/>
            <a:ext cx="12192000" cy="1246909"/>
          </a:xfrm>
        </p:spPr>
        <p:txBody>
          <a:bodyPr/>
          <a:lstStyle>
            <a:lvl1pPr>
              <a:defRPr b="0" i="0">
                <a:latin typeface="URW DIN" pitchFamily="2" charset="77"/>
              </a:defRPr>
            </a:lvl1pPr>
          </a:lstStyle>
          <a:p>
            <a:endParaRPr lang="en-US"/>
          </a:p>
        </p:txBody>
      </p:sp>
      <p:sp>
        <p:nvSpPr>
          <p:cNvPr id="14" name="Content Placeholder 2">
            <a:extLst>
              <a:ext uri="{FF2B5EF4-FFF2-40B4-BE49-F238E27FC236}">
                <a16:creationId xmlns:a16="http://schemas.microsoft.com/office/drawing/2014/main" id="{B95EA9E2-694C-84D2-03B3-4C57623F1B86}"/>
              </a:ext>
            </a:extLst>
          </p:cNvPr>
          <p:cNvSpPr>
            <a:spLocks noGrp="1"/>
          </p:cNvSpPr>
          <p:nvPr>
            <p:ph idx="1" hasCustomPrompt="1"/>
          </p:nvPr>
        </p:nvSpPr>
        <p:spPr>
          <a:xfrm>
            <a:off x="950025" y="1608553"/>
            <a:ext cx="8840151" cy="457025"/>
          </a:xfrm>
        </p:spPr>
        <p:txBody>
          <a:bodyPr anchor="ctr">
            <a:noAutofit/>
          </a:bodyPr>
          <a:lstStyle>
            <a:lvl1pPr marL="0" indent="0">
              <a:lnSpc>
                <a:spcPts val="2800"/>
              </a:lnSpc>
              <a:buFont typeface="Arial" panose="020B0604020202020204" pitchFamily="34" charset="0"/>
              <a:buNone/>
              <a:defRPr sz="2000" b="0" i="0" cap="all" spc="300" baseline="0">
                <a:solidFill>
                  <a:srgbClr val="4F758B"/>
                </a:solidFill>
                <a:latin typeface="Industry Demi" pitchFamily="2" charset="77"/>
              </a:defRPr>
            </a:lvl1pPr>
          </a:lstStyle>
          <a:p>
            <a:pPr lvl="0"/>
            <a:r>
              <a:rPr lang="en-US"/>
              <a:t>SUBHEADER</a:t>
            </a:r>
          </a:p>
        </p:txBody>
      </p:sp>
      <p:sp>
        <p:nvSpPr>
          <p:cNvPr id="15" name="Content Placeholder 2">
            <a:extLst>
              <a:ext uri="{FF2B5EF4-FFF2-40B4-BE49-F238E27FC236}">
                <a16:creationId xmlns:a16="http://schemas.microsoft.com/office/drawing/2014/main" id="{A4010A11-7B91-73E0-200F-D79FCEC5934F}"/>
              </a:ext>
            </a:extLst>
          </p:cNvPr>
          <p:cNvSpPr>
            <a:spLocks noGrp="1"/>
          </p:cNvSpPr>
          <p:nvPr>
            <p:ph sz="half" idx="11" hasCustomPrompt="1"/>
          </p:nvPr>
        </p:nvSpPr>
        <p:spPr>
          <a:xfrm>
            <a:off x="950025" y="2267838"/>
            <a:ext cx="8840151" cy="3551071"/>
          </a:xfrm>
        </p:spPr>
        <p:txBody>
          <a:bodyPr>
            <a:noAutofit/>
          </a:bodyPr>
          <a:lstStyle>
            <a:lvl1pPr>
              <a:lnSpc>
                <a:spcPts val="2900"/>
              </a:lnSpc>
              <a:spcBef>
                <a:spcPts val="0"/>
              </a:spcBef>
              <a:spcAft>
                <a:spcPts val="1600"/>
              </a:spcAft>
              <a:defRPr sz="2000" b="0" i="0">
                <a:latin typeface="URW DIN" pitchFamily="2" charset="77"/>
              </a:defRPr>
            </a:lvl1pPr>
            <a:lvl2pPr>
              <a:lnSpc>
                <a:spcPts val="2800"/>
              </a:lnSpc>
              <a:spcBef>
                <a:spcPts val="0"/>
              </a:spcBef>
              <a:spcAft>
                <a:spcPts val="1200"/>
              </a:spcAft>
              <a:defRPr sz="2000" b="0" i="0">
                <a:latin typeface="URW DIN" pitchFamily="2" charset="77"/>
              </a:defRPr>
            </a:lvl2pPr>
            <a:lvl3pPr>
              <a:lnSpc>
                <a:spcPts val="2300"/>
              </a:lnSpc>
              <a:spcBef>
                <a:spcPts val="0"/>
              </a:spcBef>
              <a:spcAft>
                <a:spcPts val="600"/>
              </a:spcAft>
              <a:defRPr sz="1800" b="0" i="0">
                <a:latin typeface="URW DIN" pitchFamily="2" charset="77"/>
              </a:defRPr>
            </a:lvl3pPr>
            <a:lvl4pPr>
              <a:lnSpc>
                <a:spcPts val="2200"/>
              </a:lnSpc>
              <a:spcBef>
                <a:spcPts val="0"/>
              </a:spcBef>
              <a:spcAft>
                <a:spcPts val="600"/>
              </a:spcAft>
              <a:defRPr/>
            </a:lvl4pPr>
            <a:lvl5pPr>
              <a:lnSpc>
                <a:spcPts val="2100"/>
              </a:lnSpc>
              <a:spcBef>
                <a:spcPts val="0"/>
              </a:spcBef>
              <a:spcAft>
                <a:spcPts val="600"/>
              </a:spcAft>
              <a:defRPr/>
            </a:lvl5pPr>
          </a:lstStyle>
          <a:p>
            <a:pPr lvl="0"/>
            <a:r>
              <a:rPr lang="en-US"/>
              <a:t>Bulleted list text here</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BA399A0-E397-CA64-765B-14FA8ED1A56C}"/>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a:solidFill>
                  <a:schemeClr val="bg1"/>
                </a:solidFill>
                <a:latin typeface="Industry Demi" pitchFamily="2" charset="77"/>
              </a:defRPr>
            </a:lvl1pPr>
          </a:lstStyle>
          <a:p>
            <a:r>
              <a:rPr lang="en-US"/>
              <a:t>TITLE GOES HERE</a:t>
            </a:r>
          </a:p>
        </p:txBody>
      </p:sp>
      <p:pic>
        <p:nvPicPr>
          <p:cNvPr id="4" name="Picture 3">
            <a:extLst>
              <a:ext uri="{FF2B5EF4-FFF2-40B4-BE49-F238E27FC236}">
                <a16:creationId xmlns:a16="http://schemas.microsoft.com/office/drawing/2014/main" id="{6FD14F17-6786-B581-FC90-2274BCCCAFC6}"/>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2996163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02 N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FD44251-335C-395B-1C9A-AE4315AA4E81}"/>
              </a:ext>
            </a:extLst>
          </p:cNvPr>
          <p:cNvSpPr>
            <a:spLocks noGrp="1"/>
          </p:cNvSpPr>
          <p:nvPr>
            <p:ph type="pic" sz="quarter" idx="12"/>
          </p:nvPr>
        </p:nvSpPr>
        <p:spPr>
          <a:xfrm>
            <a:off x="0" y="0"/>
            <a:ext cx="12192000" cy="1246909"/>
          </a:xfrm>
        </p:spPr>
        <p:txBody>
          <a:bodyPr/>
          <a:lstStyle>
            <a:lvl1pPr>
              <a:defRPr b="0" i="0">
                <a:latin typeface="URW DIN" pitchFamily="2" charset="77"/>
              </a:defRPr>
            </a:lvl1pPr>
          </a:lstStyle>
          <a:p>
            <a:endParaRPr lang="en-US"/>
          </a:p>
        </p:txBody>
      </p:sp>
      <p:sp>
        <p:nvSpPr>
          <p:cNvPr id="6" name="Title 1">
            <a:extLst>
              <a:ext uri="{FF2B5EF4-FFF2-40B4-BE49-F238E27FC236}">
                <a16:creationId xmlns:a16="http://schemas.microsoft.com/office/drawing/2014/main" id="{ABA399A0-E397-CA64-765B-14FA8ED1A56C}"/>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cap="all" baseline="0">
                <a:solidFill>
                  <a:schemeClr val="bg1"/>
                </a:solidFill>
                <a:latin typeface="Industry Demi" pitchFamily="2" charset="77"/>
              </a:defRPr>
            </a:lvl1pPr>
          </a:lstStyle>
          <a:p>
            <a:r>
              <a:rPr lang="en-US"/>
              <a:t>TITLE GOES HERE</a:t>
            </a:r>
          </a:p>
        </p:txBody>
      </p:sp>
      <p:pic>
        <p:nvPicPr>
          <p:cNvPr id="4" name="Picture 3">
            <a:extLst>
              <a:ext uri="{FF2B5EF4-FFF2-40B4-BE49-F238E27FC236}">
                <a16:creationId xmlns:a16="http://schemas.microsoft.com/office/drawing/2014/main" id="{6FD14F17-6786-B581-FC90-2274BCCCAFC6}"/>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2702421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06">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A4010A11-7B91-73E0-200F-D79FCEC5934F}"/>
              </a:ext>
            </a:extLst>
          </p:cNvPr>
          <p:cNvSpPr>
            <a:spLocks noGrp="1"/>
          </p:cNvSpPr>
          <p:nvPr>
            <p:ph sz="half" idx="11" hasCustomPrompt="1"/>
          </p:nvPr>
        </p:nvSpPr>
        <p:spPr>
          <a:xfrm>
            <a:off x="950025" y="2267838"/>
            <a:ext cx="8840151" cy="3551071"/>
          </a:xfrm>
        </p:spPr>
        <p:txBody>
          <a:bodyPr>
            <a:noAutofit/>
          </a:bodyPr>
          <a:lstStyle>
            <a:lvl1pPr>
              <a:lnSpc>
                <a:spcPts val="2900"/>
              </a:lnSpc>
              <a:spcBef>
                <a:spcPts val="0"/>
              </a:spcBef>
              <a:spcAft>
                <a:spcPts val="1600"/>
              </a:spcAft>
              <a:defRPr sz="2000" b="0" i="0">
                <a:latin typeface="URW DIN" pitchFamily="2" charset="77"/>
              </a:defRPr>
            </a:lvl1pPr>
            <a:lvl2pPr>
              <a:lnSpc>
                <a:spcPts val="2800"/>
              </a:lnSpc>
              <a:spcBef>
                <a:spcPts val="0"/>
              </a:spcBef>
              <a:spcAft>
                <a:spcPts val="1200"/>
              </a:spcAft>
              <a:defRPr sz="2000" b="0" i="0">
                <a:latin typeface="URW DIN" pitchFamily="2" charset="77"/>
              </a:defRPr>
            </a:lvl2pPr>
            <a:lvl3pPr>
              <a:lnSpc>
                <a:spcPts val="2300"/>
              </a:lnSpc>
              <a:spcBef>
                <a:spcPts val="0"/>
              </a:spcBef>
              <a:spcAft>
                <a:spcPts val="600"/>
              </a:spcAft>
              <a:defRPr sz="1800" b="0" i="0">
                <a:latin typeface="URW DIN" pitchFamily="2" charset="77"/>
              </a:defRPr>
            </a:lvl3pPr>
            <a:lvl4pPr>
              <a:lnSpc>
                <a:spcPts val="2200"/>
              </a:lnSpc>
              <a:spcBef>
                <a:spcPts val="0"/>
              </a:spcBef>
              <a:spcAft>
                <a:spcPts val="600"/>
              </a:spcAft>
              <a:defRPr/>
            </a:lvl4pPr>
            <a:lvl5pPr>
              <a:lnSpc>
                <a:spcPts val="2100"/>
              </a:lnSpc>
              <a:spcBef>
                <a:spcPts val="0"/>
              </a:spcBef>
              <a:spcAft>
                <a:spcPts val="600"/>
              </a:spcAft>
              <a:defRPr/>
            </a:lvl5pPr>
          </a:lstStyle>
          <a:p>
            <a:pPr lvl="0"/>
            <a:r>
              <a:rPr lang="en-US"/>
              <a:t>Bulleted list text here</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BA399A0-E397-CA64-765B-14FA8ED1A56C}"/>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a:solidFill>
                  <a:schemeClr val="bg1"/>
                </a:solidFill>
                <a:latin typeface="Industry Demi" pitchFamily="2" charset="77"/>
              </a:defRPr>
            </a:lvl1pPr>
          </a:lstStyle>
          <a:p>
            <a:r>
              <a:rPr lang="en-US"/>
              <a:t>TITLE GOES HERE</a:t>
            </a:r>
          </a:p>
        </p:txBody>
      </p:sp>
      <p:sp>
        <p:nvSpPr>
          <p:cNvPr id="7" name="Content Placeholder 2">
            <a:extLst>
              <a:ext uri="{FF2B5EF4-FFF2-40B4-BE49-F238E27FC236}">
                <a16:creationId xmlns:a16="http://schemas.microsoft.com/office/drawing/2014/main" id="{03DA8583-E07E-611A-4206-CF4EC56962CB}"/>
              </a:ext>
            </a:extLst>
          </p:cNvPr>
          <p:cNvSpPr>
            <a:spLocks noGrp="1"/>
          </p:cNvSpPr>
          <p:nvPr>
            <p:ph idx="1" hasCustomPrompt="1"/>
          </p:nvPr>
        </p:nvSpPr>
        <p:spPr>
          <a:xfrm>
            <a:off x="950025" y="1608553"/>
            <a:ext cx="8840151" cy="457025"/>
          </a:xfrm>
        </p:spPr>
        <p:txBody>
          <a:bodyPr anchor="ctr">
            <a:noAutofit/>
          </a:bodyPr>
          <a:lstStyle>
            <a:lvl1pPr marL="0" indent="0">
              <a:lnSpc>
                <a:spcPts val="2800"/>
              </a:lnSpc>
              <a:buFont typeface="Arial" panose="020B0604020202020204" pitchFamily="34" charset="0"/>
              <a:buNone/>
              <a:defRPr sz="2000" b="0" i="0" cap="all" spc="300" baseline="0">
                <a:solidFill>
                  <a:srgbClr val="4F758B"/>
                </a:solidFill>
                <a:latin typeface="Industry Demi" pitchFamily="2" charset="77"/>
              </a:defRPr>
            </a:lvl1pPr>
          </a:lstStyle>
          <a:p>
            <a:pPr lvl="0"/>
            <a:r>
              <a:rPr lang="en-US"/>
              <a:t>SUBHEADER</a:t>
            </a:r>
          </a:p>
        </p:txBody>
      </p:sp>
      <p:pic>
        <p:nvPicPr>
          <p:cNvPr id="8" name="Picture 7">
            <a:extLst>
              <a:ext uri="{FF2B5EF4-FFF2-40B4-BE49-F238E27FC236}">
                <a16:creationId xmlns:a16="http://schemas.microsoft.com/office/drawing/2014/main" id="{3314492E-64B2-6C6D-4CCB-16C30743F1D1}"/>
              </a:ext>
            </a:extLst>
          </p:cNvPr>
          <p:cNvPicPr>
            <a:picLocks noChangeAspect="1"/>
          </p:cNvPicPr>
          <p:nvPr userDrawn="1"/>
        </p:nvPicPr>
        <p:blipFill>
          <a:blip r:embed="rId2"/>
          <a:stretch>
            <a:fillRect/>
          </a:stretch>
        </p:blipFill>
        <p:spPr>
          <a:xfrm>
            <a:off x="10808368" y="5963198"/>
            <a:ext cx="914600" cy="480062"/>
          </a:xfrm>
          <a:prstGeom prst="rect">
            <a:avLst/>
          </a:prstGeom>
        </p:spPr>
      </p:pic>
      <p:pic>
        <p:nvPicPr>
          <p:cNvPr id="4" name="Picture 3" descr="Close up of a large tire&#10;&#10;AI-generated content may be incorrect.">
            <a:extLst>
              <a:ext uri="{FF2B5EF4-FFF2-40B4-BE49-F238E27FC236}">
                <a16:creationId xmlns:a16="http://schemas.microsoft.com/office/drawing/2014/main" id="{356F39B8-436E-23A6-AFF2-4A46816A4E1F}"/>
              </a:ext>
            </a:extLst>
          </p:cNvPr>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a:xfrm>
            <a:off x="0" y="0"/>
            <a:ext cx="12192000" cy="1246909"/>
          </a:xfrm>
          <a:prstGeom prst="rect">
            <a:avLst/>
          </a:prstGeom>
        </p:spPr>
      </p:pic>
    </p:spTree>
    <p:extLst>
      <p:ext uri="{BB962C8B-B14F-4D97-AF65-F5344CB8AC3E}">
        <p14:creationId xmlns:p14="http://schemas.microsoft.com/office/powerpoint/2010/main" val="7306615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06 NP">
    <p:spTree>
      <p:nvGrpSpPr>
        <p:cNvPr id="1" name=""/>
        <p:cNvGrpSpPr/>
        <p:nvPr/>
      </p:nvGrpSpPr>
      <p:grpSpPr>
        <a:xfrm>
          <a:off x="0" y="0"/>
          <a:ext cx="0" cy="0"/>
          <a:chOff x="0" y="0"/>
          <a:chExt cx="0" cy="0"/>
        </a:xfrm>
      </p:grpSpPr>
      <p:pic>
        <p:nvPicPr>
          <p:cNvPr id="2" name="Picture 1" descr="Close up of a large tire&#10;&#10;AI-generated content may be incorrect.">
            <a:extLst>
              <a:ext uri="{FF2B5EF4-FFF2-40B4-BE49-F238E27FC236}">
                <a16:creationId xmlns:a16="http://schemas.microsoft.com/office/drawing/2014/main" id="{66E4B6E3-117A-CF79-9C6D-027FB3275350}"/>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2000" cy="1246909"/>
          </a:xfrm>
          <a:prstGeom prst="rect">
            <a:avLst/>
          </a:prstGeom>
        </p:spPr>
      </p:pic>
      <p:pic>
        <p:nvPicPr>
          <p:cNvPr id="8" name="Picture 7">
            <a:extLst>
              <a:ext uri="{FF2B5EF4-FFF2-40B4-BE49-F238E27FC236}">
                <a16:creationId xmlns:a16="http://schemas.microsoft.com/office/drawing/2014/main" id="{3314492E-64B2-6C6D-4CCB-16C30743F1D1}"/>
              </a:ext>
            </a:extLst>
          </p:cNvPr>
          <p:cNvPicPr>
            <a:picLocks noChangeAspect="1"/>
          </p:cNvPicPr>
          <p:nvPr userDrawn="1"/>
        </p:nvPicPr>
        <p:blipFill>
          <a:blip r:embed="rId3"/>
          <a:stretch>
            <a:fillRect/>
          </a:stretch>
        </p:blipFill>
        <p:spPr>
          <a:xfrm>
            <a:off x="10808368" y="5963198"/>
            <a:ext cx="914600" cy="480062"/>
          </a:xfrm>
          <a:prstGeom prst="rect">
            <a:avLst/>
          </a:prstGeom>
        </p:spPr>
      </p:pic>
      <p:sp>
        <p:nvSpPr>
          <p:cNvPr id="3" name="Title 1">
            <a:extLst>
              <a:ext uri="{FF2B5EF4-FFF2-40B4-BE49-F238E27FC236}">
                <a16:creationId xmlns:a16="http://schemas.microsoft.com/office/drawing/2014/main" id="{3B4D79DD-A678-0ADD-E1C0-6B84B72B2EAE}"/>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cap="all" baseline="0">
                <a:solidFill>
                  <a:schemeClr val="bg1"/>
                </a:solidFill>
                <a:latin typeface="Industry Demi" pitchFamily="2" charset="77"/>
              </a:defRPr>
            </a:lvl1pPr>
          </a:lstStyle>
          <a:p>
            <a:r>
              <a:rPr lang="en-US"/>
              <a:t>TITLE GOES HERE</a:t>
            </a:r>
          </a:p>
        </p:txBody>
      </p:sp>
    </p:spTree>
    <p:extLst>
      <p:ext uri="{BB962C8B-B14F-4D97-AF65-F5344CB8AC3E}">
        <p14:creationId xmlns:p14="http://schemas.microsoft.com/office/powerpoint/2010/main" val="35717890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07">
    <p:spTree>
      <p:nvGrpSpPr>
        <p:cNvPr id="1" name=""/>
        <p:cNvGrpSpPr/>
        <p:nvPr/>
      </p:nvGrpSpPr>
      <p:grpSpPr>
        <a:xfrm>
          <a:off x="0" y="0"/>
          <a:ext cx="0" cy="0"/>
          <a:chOff x="0" y="0"/>
          <a:chExt cx="0" cy="0"/>
        </a:xfrm>
      </p:grpSpPr>
      <p:pic>
        <p:nvPicPr>
          <p:cNvPr id="5" name="Picture 4" descr="A close up of a rusted metal&#10;&#10;AI-generated content may be incorrect.">
            <a:extLst>
              <a:ext uri="{FF2B5EF4-FFF2-40B4-BE49-F238E27FC236}">
                <a16:creationId xmlns:a16="http://schemas.microsoft.com/office/drawing/2014/main" id="{117FBE05-1ED6-26AD-6C2F-F6F049F1B1F0}"/>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2000" cy="1246909"/>
          </a:xfrm>
          <a:prstGeom prst="rect">
            <a:avLst/>
          </a:prstGeom>
        </p:spPr>
      </p:pic>
      <p:sp>
        <p:nvSpPr>
          <p:cNvPr id="15" name="Content Placeholder 2">
            <a:extLst>
              <a:ext uri="{FF2B5EF4-FFF2-40B4-BE49-F238E27FC236}">
                <a16:creationId xmlns:a16="http://schemas.microsoft.com/office/drawing/2014/main" id="{A4010A11-7B91-73E0-200F-D79FCEC5934F}"/>
              </a:ext>
            </a:extLst>
          </p:cNvPr>
          <p:cNvSpPr>
            <a:spLocks noGrp="1"/>
          </p:cNvSpPr>
          <p:nvPr>
            <p:ph sz="half" idx="11" hasCustomPrompt="1"/>
          </p:nvPr>
        </p:nvSpPr>
        <p:spPr>
          <a:xfrm>
            <a:off x="950025" y="2267838"/>
            <a:ext cx="8840151" cy="3551071"/>
          </a:xfrm>
        </p:spPr>
        <p:txBody>
          <a:bodyPr>
            <a:noAutofit/>
          </a:bodyPr>
          <a:lstStyle>
            <a:lvl1pPr>
              <a:lnSpc>
                <a:spcPts val="2900"/>
              </a:lnSpc>
              <a:spcBef>
                <a:spcPts val="0"/>
              </a:spcBef>
              <a:spcAft>
                <a:spcPts val="1600"/>
              </a:spcAft>
              <a:defRPr sz="2000" b="0" i="0">
                <a:latin typeface="URW DIN" pitchFamily="2" charset="77"/>
              </a:defRPr>
            </a:lvl1pPr>
            <a:lvl2pPr>
              <a:lnSpc>
                <a:spcPts val="2800"/>
              </a:lnSpc>
              <a:spcBef>
                <a:spcPts val="0"/>
              </a:spcBef>
              <a:spcAft>
                <a:spcPts val="1200"/>
              </a:spcAft>
              <a:defRPr sz="2000" b="0" i="0">
                <a:latin typeface="URW DIN" pitchFamily="2" charset="77"/>
              </a:defRPr>
            </a:lvl2pPr>
            <a:lvl3pPr>
              <a:lnSpc>
                <a:spcPts val="2300"/>
              </a:lnSpc>
              <a:spcBef>
                <a:spcPts val="0"/>
              </a:spcBef>
              <a:spcAft>
                <a:spcPts val="600"/>
              </a:spcAft>
              <a:defRPr sz="1800" b="0" i="0">
                <a:latin typeface="URW DIN" pitchFamily="2" charset="77"/>
              </a:defRPr>
            </a:lvl3pPr>
            <a:lvl4pPr>
              <a:lnSpc>
                <a:spcPts val="2200"/>
              </a:lnSpc>
              <a:spcBef>
                <a:spcPts val="0"/>
              </a:spcBef>
              <a:spcAft>
                <a:spcPts val="600"/>
              </a:spcAft>
              <a:defRPr/>
            </a:lvl4pPr>
            <a:lvl5pPr>
              <a:lnSpc>
                <a:spcPts val="2100"/>
              </a:lnSpc>
              <a:spcBef>
                <a:spcPts val="0"/>
              </a:spcBef>
              <a:spcAft>
                <a:spcPts val="600"/>
              </a:spcAft>
              <a:defRPr/>
            </a:lvl5pPr>
          </a:lstStyle>
          <a:p>
            <a:pPr lvl="0"/>
            <a:r>
              <a:rPr lang="en-US"/>
              <a:t>Bulleted list text here</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BA399A0-E397-CA64-765B-14FA8ED1A56C}"/>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a:solidFill>
                  <a:schemeClr val="bg1"/>
                </a:solidFill>
                <a:latin typeface="Industry Demi" pitchFamily="2" charset="77"/>
              </a:defRPr>
            </a:lvl1pPr>
          </a:lstStyle>
          <a:p>
            <a:r>
              <a:rPr lang="en-US"/>
              <a:t>TITLE GOES HERE</a:t>
            </a:r>
          </a:p>
        </p:txBody>
      </p:sp>
      <p:sp>
        <p:nvSpPr>
          <p:cNvPr id="7" name="Content Placeholder 2">
            <a:extLst>
              <a:ext uri="{FF2B5EF4-FFF2-40B4-BE49-F238E27FC236}">
                <a16:creationId xmlns:a16="http://schemas.microsoft.com/office/drawing/2014/main" id="{03DA8583-E07E-611A-4206-CF4EC56962CB}"/>
              </a:ext>
            </a:extLst>
          </p:cNvPr>
          <p:cNvSpPr>
            <a:spLocks noGrp="1"/>
          </p:cNvSpPr>
          <p:nvPr>
            <p:ph idx="1" hasCustomPrompt="1"/>
          </p:nvPr>
        </p:nvSpPr>
        <p:spPr>
          <a:xfrm>
            <a:off x="950025" y="1608553"/>
            <a:ext cx="8840151" cy="457025"/>
          </a:xfrm>
        </p:spPr>
        <p:txBody>
          <a:bodyPr anchor="ctr">
            <a:noAutofit/>
          </a:bodyPr>
          <a:lstStyle>
            <a:lvl1pPr marL="0" indent="0">
              <a:lnSpc>
                <a:spcPts val="2800"/>
              </a:lnSpc>
              <a:buFont typeface="Arial" panose="020B0604020202020204" pitchFamily="34" charset="0"/>
              <a:buNone/>
              <a:defRPr sz="2000" b="0" i="0" cap="all" spc="300" baseline="0">
                <a:solidFill>
                  <a:srgbClr val="4F758B"/>
                </a:solidFill>
                <a:latin typeface="Industry Demi" pitchFamily="2" charset="77"/>
              </a:defRPr>
            </a:lvl1pPr>
          </a:lstStyle>
          <a:p>
            <a:pPr lvl="0"/>
            <a:r>
              <a:rPr lang="en-US"/>
              <a:t>SUBHEADER</a:t>
            </a:r>
          </a:p>
        </p:txBody>
      </p:sp>
      <p:pic>
        <p:nvPicPr>
          <p:cNvPr id="8" name="Picture 7">
            <a:extLst>
              <a:ext uri="{FF2B5EF4-FFF2-40B4-BE49-F238E27FC236}">
                <a16:creationId xmlns:a16="http://schemas.microsoft.com/office/drawing/2014/main" id="{828C4C13-204E-263D-1723-BDD91496C3B9}"/>
              </a:ext>
            </a:extLst>
          </p:cNvPr>
          <p:cNvPicPr>
            <a:picLocks noChangeAspect="1"/>
          </p:cNvPicPr>
          <p:nvPr userDrawn="1"/>
        </p:nvPicPr>
        <p:blipFill>
          <a:blip r:embed="rId3"/>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3752408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07 NP">
    <p:spTree>
      <p:nvGrpSpPr>
        <p:cNvPr id="1" name=""/>
        <p:cNvGrpSpPr/>
        <p:nvPr/>
      </p:nvGrpSpPr>
      <p:grpSpPr>
        <a:xfrm>
          <a:off x="0" y="0"/>
          <a:ext cx="0" cy="0"/>
          <a:chOff x="0" y="0"/>
          <a:chExt cx="0" cy="0"/>
        </a:xfrm>
      </p:grpSpPr>
      <p:pic>
        <p:nvPicPr>
          <p:cNvPr id="2" name="Picture 1" descr="A close up of a rusted metal&#10;&#10;AI-generated content may be incorrect.">
            <a:extLst>
              <a:ext uri="{FF2B5EF4-FFF2-40B4-BE49-F238E27FC236}">
                <a16:creationId xmlns:a16="http://schemas.microsoft.com/office/drawing/2014/main" id="{C98C4EDB-56E3-E5B2-1C35-8D1725C6116B}"/>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0" y="0"/>
            <a:ext cx="12192000" cy="1246909"/>
          </a:xfrm>
          <a:prstGeom prst="rect">
            <a:avLst/>
          </a:prstGeom>
        </p:spPr>
      </p:pic>
      <p:pic>
        <p:nvPicPr>
          <p:cNvPr id="8" name="Picture 7">
            <a:extLst>
              <a:ext uri="{FF2B5EF4-FFF2-40B4-BE49-F238E27FC236}">
                <a16:creationId xmlns:a16="http://schemas.microsoft.com/office/drawing/2014/main" id="{828C4C13-204E-263D-1723-BDD91496C3B9}"/>
              </a:ext>
            </a:extLst>
          </p:cNvPr>
          <p:cNvPicPr>
            <a:picLocks noChangeAspect="1"/>
          </p:cNvPicPr>
          <p:nvPr userDrawn="1"/>
        </p:nvPicPr>
        <p:blipFill>
          <a:blip r:embed="rId3"/>
          <a:stretch>
            <a:fillRect/>
          </a:stretch>
        </p:blipFill>
        <p:spPr>
          <a:xfrm>
            <a:off x="10808368" y="5963198"/>
            <a:ext cx="914600" cy="480062"/>
          </a:xfrm>
          <a:prstGeom prst="rect">
            <a:avLst/>
          </a:prstGeom>
        </p:spPr>
      </p:pic>
      <p:sp>
        <p:nvSpPr>
          <p:cNvPr id="3" name="Title 1">
            <a:extLst>
              <a:ext uri="{FF2B5EF4-FFF2-40B4-BE49-F238E27FC236}">
                <a16:creationId xmlns:a16="http://schemas.microsoft.com/office/drawing/2014/main" id="{1AC5191C-1924-D148-CFAF-2F3C09AC7FEA}"/>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0" i="0" cap="all" baseline="0">
                <a:solidFill>
                  <a:schemeClr val="bg1"/>
                </a:solidFill>
                <a:latin typeface="Industry Demi" pitchFamily="2" charset="77"/>
              </a:defRPr>
            </a:lvl1pPr>
          </a:lstStyle>
          <a:p>
            <a:r>
              <a:rPr lang="en-US"/>
              <a:t>TITLE GOES HERE</a:t>
            </a:r>
          </a:p>
        </p:txBody>
      </p:sp>
    </p:spTree>
    <p:extLst>
      <p:ext uri="{BB962C8B-B14F-4D97-AF65-F5344CB8AC3E}">
        <p14:creationId xmlns:p14="http://schemas.microsoft.com/office/powerpoint/2010/main" val="359133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mage Left Bullets">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00EBB43-0B26-E449-F22A-41D2B72ED706}"/>
              </a:ext>
            </a:extLst>
          </p:cNvPr>
          <p:cNvSpPr>
            <a:spLocks noGrp="1"/>
          </p:cNvSpPr>
          <p:nvPr>
            <p:ph sz="half" idx="11" hasCustomPrompt="1"/>
          </p:nvPr>
        </p:nvSpPr>
        <p:spPr>
          <a:xfrm>
            <a:off x="6837529" y="2563649"/>
            <a:ext cx="4417660" cy="2745708"/>
          </a:xfrm>
        </p:spPr>
        <p:txBody>
          <a:bodyPr>
            <a:noAutofit/>
          </a:bodyPr>
          <a:lstStyle>
            <a:lvl1pPr marL="285750" indent="-285750">
              <a:spcBef>
                <a:spcPts val="0"/>
              </a:spcBef>
              <a:spcAft>
                <a:spcPts val="1600"/>
              </a:spcAft>
              <a:buFont typeface="Arial" panose="020B0604020202020204" pitchFamily="34" charset="0"/>
              <a:buChar char="•"/>
              <a:defRPr sz="2000" b="0" i="0">
                <a:latin typeface="URW DIN" pitchFamily="2" charset="77"/>
              </a:defRPr>
            </a:lvl1pPr>
            <a:lvl2pPr>
              <a:defRPr/>
            </a:lvl2pPr>
            <a:lvl3pPr>
              <a:defRPr/>
            </a:lvl3pPr>
            <a:lvl4pPr>
              <a:defRPr/>
            </a:lvl4pPr>
            <a:lvl5pPr>
              <a:defRPr/>
            </a:lvl5pPr>
          </a:lstStyle>
          <a:p>
            <a:pPr lvl="0"/>
            <a:r>
              <a:rPr lang="en-US"/>
              <a:t>Bulleted list</a:t>
            </a:r>
          </a:p>
          <a:p>
            <a:pPr lvl="0"/>
            <a:endParaRPr lang="en-US"/>
          </a:p>
        </p:txBody>
      </p:sp>
      <p:sp>
        <p:nvSpPr>
          <p:cNvPr id="5" name="Text Placeholder 7">
            <a:extLst>
              <a:ext uri="{FF2B5EF4-FFF2-40B4-BE49-F238E27FC236}">
                <a16:creationId xmlns:a16="http://schemas.microsoft.com/office/drawing/2014/main" id="{C110ACCB-FFF3-D15D-144E-065FEFDD7F25}"/>
              </a:ext>
            </a:extLst>
          </p:cNvPr>
          <p:cNvSpPr>
            <a:spLocks noGrp="1"/>
          </p:cNvSpPr>
          <p:nvPr>
            <p:ph type="body" sz="quarter" idx="15" hasCustomPrompt="1"/>
          </p:nvPr>
        </p:nvSpPr>
        <p:spPr>
          <a:xfrm>
            <a:off x="6810411" y="1176913"/>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8" name="Picture Placeholder 7">
            <a:extLst>
              <a:ext uri="{FF2B5EF4-FFF2-40B4-BE49-F238E27FC236}">
                <a16:creationId xmlns:a16="http://schemas.microsoft.com/office/drawing/2014/main" id="{747BCFF5-14C5-E42E-D534-DB25A370BF6A}"/>
              </a:ext>
            </a:extLst>
          </p:cNvPr>
          <p:cNvSpPr>
            <a:spLocks noGrp="1"/>
          </p:cNvSpPr>
          <p:nvPr>
            <p:ph type="pic" sz="quarter" idx="16"/>
          </p:nvPr>
        </p:nvSpPr>
        <p:spPr>
          <a:xfrm>
            <a:off x="0" y="0"/>
            <a:ext cx="6096000" cy="6858000"/>
          </a:xfrm>
        </p:spPr>
        <p:txBody>
          <a:bodyPr/>
          <a:lstStyle>
            <a:lvl1pPr>
              <a:defRPr b="0" i="0">
                <a:latin typeface="URW DIN" pitchFamily="2" charset="77"/>
              </a:defRPr>
            </a:lvl1pPr>
          </a:lstStyle>
          <a:p>
            <a:endParaRPr lang="en-US"/>
          </a:p>
        </p:txBody>
      </p:sp>
      <p:sp>
        <p:nvSpPr>
          <p:cNvPr id="2" name="Content Placeholder 2">
            <a:extLst>
              <a:ext uri="{FF2B5EF4-FFF2-40B4-BE49-F238E27FC236}">
                <a16:creationId xmlns:a16="http://schemas.microsoft.com/office/drawing/2014/main" id="{8AC2645F-3C28-8272-DE42-676491DF1491}"/>
              </a:ext>
            </a:extLst>
          </p:cNvPr>
          <p:cNvSpPr>
            <a:spLocks noGrp="1"/>
          </p:cNvSpPr>
          <p:nvPr>
            <p:ph idx="1" hasCustomPrompt="1"/>
          </p:nvPr>
        </p:nvSpPr>
        <p:spPr>
          <a:xfrm>
            <a:off x="6810411" y="1792057"/>
            <a:ext cx="4458425" cy="457025"/>
          </a:xfrm>
        </p:spPr>
        <p:txBody>
          <a:bodyPr anchor="ctr">
            <a:noAutofit/>
          </a:bodyPr>
          <a:lstStyle>
            <a:lvl1pPr marL="0" indent="0">
              <a:lnSpc>
                <a:spcPts val="2500"/>
              </a:lnSpc>
              <a:buFont typeface="Arial" panose="020B0604020202020204" pitchFamily="34" charset="0"/>
              <a:buNone/>
              <a:defRPr sz="1800" b="0" i="0" cap="all" spc="300" baseline="0">
                <a:solidFill>
                  <a:srgbClr val="4F758B"/>
                </a:solidFill>
                <a:latin typeface="Industry Demi" pitchFamily="2" charset="77"/>
              </a:defRPr>
            </a:lvl1pPr>
          </a:lstStyle>
          <a:p>
            <a:pPr lvl="0"/>
            <a:r>
              <a:rPr lang="en-US"/>
              <a:t>SUBHEADER</a:t>
            </a:r>
          </a:p>
        </p:txBody>
      </p:sp>
      <p:pic>
        <p:nvPicPr>
          <p:cNvPr id="6" name="Picture 5">
            <a:extLst>
              <a:ext uri="{FF2B5EF4-FFF2-40B4-BE49-F238E27FC236}">
                <a16:creationId xmlns:a16="http://schemas.microsoft.com/office/drawing/2014/main" id="{3E851ECD-6D6F-9A90-AEC5-F9F39CA7FF93}"/>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535639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Left Bullets NP">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C110ACCB-FFF3-D15D-144E-065FEFDD7F25}"/>
              </a:ext>
            </a:extLst>
          </p:cNvPr>
          <p:cNvSpPr>
            <a:spLocks noGrp="1"/>
          </p:cNvSpPr>
          <p:nvPr>
            <p:ph type="body" sz="quarter" idx="15" hasCustomPrompt="1"/>
          </p:nvPr>
        </p:nvSpPr>
        <p:spPr>
          <a:xfrm>
            <a:off x="6810411" y="1176913"/>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8" name="Picture Placeholder 7">
            <a:extLst>
              <a:ext uri="{FF2B5EF4-FFF2-40B4-BE49-F238E27FC236}">
                <a16:creationId xmlns:a16="http://schemas.microsoft.com/office/drawing/2014/main" id="{747BCFF5-14C5-E42E-D534-DB25A370BF6A}"/>
              </a:ext>
            </a:extLst>
          </p:cNvPr>
          <p:cNvSpPr>
            <a:spLocks noGrp="1"/>
          </p:cNvSpPr>
          <p:nvPr>
            <p:ph type="pic" sz="quarter" idx="16"/>
          </p:nvPr>
        </p:nvSpPr>
        <p:spPr>
          <a:xfrm>
            <a:off x="0" y="0"/>
            <a:ext cx="6096000" cy="6858000"/>
          </a:xfrm>
        </p:spPr>
        <p:txBody>
          <a:bodyPr/>
          <a:lstStyle>
            <a:lvl1pPr>
              <a:defRPr b="0" i="0">
                <a:latin typeface="URW DIN" pitchFamily="2" charset="77"/>
              </a:defRPr>
            </a:lvl1pPr>
          </a:lstStyle>
          <a:p>
            <a:endParaRPr lang="en-US"/>
          </a:p>
        </p:txBody>
      </p:sp>
      <p:pic>
        <p:nvPicPr>
          <p:cNvPr id="6" name="Picture 5">
            <a:extLst>
              <a:ext uri="{FF2B5EF4-FFF2-40B4-BE49-F238E27FC236}">
                <a16:creationId xmlns:a16="http://schemas.microsoft.com/office/drawing/2014/main" id="{3E851ECD-6D6F-9A90-AEC5-F9F39CA7FF93}"/>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16390272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Image Right Tex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00EBB43-0B26-E449-F22A-41D2B72ED706}"/>
              </a:ext>
            </a:extLst>
          </p:cNvPr>
          <p:cNvSpPr>
            <a:spLocks noGrp="1"/>
          </p:cNvSpPr>
          <p:nvPr>
            <p:ph sz="half" idx="11" hasCustomPrompt="1"/>
          </p:nvPr>
        </p:nvSpPr>
        <p:spPr>
          <a:xfrm>
            <a:off x="914400" y="2333729"/>
            <a:ext cx="4417660" cy="2745708"/>
          </a:xfrm>
        </p:spPr>
        <p:txBody>
          <a:bodyPr>
            <a:noAutofit/>
          </a:bodyPr>
          <a:lstStyle>
            <a:lvl1pPr marL="0" indent="0">
              <a:lnSpc>
                <a:spcPts val="2800"/>
              </a:lnSpc>
              <a:spcBef>
                <a:spcPts val="0"/>
              </a:spcBef>
              <a:spcAft>
                <a:spcPts val="1600"/>
              </a:spcAft>
              <a:buFont typeface="Arial" panose="020B0604020202020204" pitchFamily="34" charset="0"/>
              <a:buNone/>
              <a:defRPr sz="1800" b="0" i="0">
                <a:latin typeface="URW DIN" pitchFamily="2" charset="77"/>
              </a:defRPr>
            </a:lvl1pPr>
            <a:lvl2pPr>
              <a:defRPr/>
            </a:lvl2pPr>
            <a:lvl3pPr>
              <a:defRPr/>
            </a:lvl3pPr>
            <a:lvl4pPr>
              <a:defRPr/>
            </a:lvl4pPr>
            <a:lvl5pPr>
              <a:defRPr/>
            </a:lvl5pPr>
          </a:lstStyle>
          <a:p>
            <a:pPr lvl="0"/>
            <a:r>
              <a:rPr lang="en-US"/>
              <a:t>Text goes here. </a:t>
            </a:r>
          </a:p>
          <a:p>
            <a:pPr lvl="0"/>
            <a:endParaRPr lang="en-US"/>
          </a:p>
        </p:txBody>
      </p:sp>
      <p:sp>
        <p:nvSpPr>
          <p:cNvPr id="5" name="Text Placeholder 7">
            <a:extLst>
              <a:ext uri="{FF2B5EF4-FFF2-40B4-BE49-F238E27FC236}">
                <a16:creationId xmlns:a16="http://schemas.microsoft.com/office/drawing/2014/main" id="{254340A2-61FC-8300-6F4D-42A48D831359}"/>
              </a:ext>
            </a:extLst>
          </p:cNvPr>
          <p:cNvSpPr>
            <a:spLocks noGrp="1"/>
          </p:cNvSpPr>
          <p:nvPr>
            <p:ph type="body" sz="quarter" idx="15" hasCustomPrompt="1"/>
          </p:nvPr>
        </p:nvSpPr>
        <p:spPr>
          <a:xfrm>
            <a:off x="887282" y="1113420"/>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8" name="Picture Placeholder 7">
            <a:extLst>
              <a:ext uri="{FF2B5EF4-FFF2-40B4-BE49-F238E27FC236}">
                <a16:creationId xmlns:a16="http://schemas.microsoft.com/office/drawing/2014/main" id="{06E96FB6-D2C2-F918-83DF-98420BAE24FC}"/>
              </a:ext>
            </a:extLst>
          </p:cNvPr>
          <p:cNvSpPr>
            <a:spLocks noGrp="1"/>
          </p:cNvSpPr>
          <p:nvPr>
            <p:ph type="pic" sz="quarter" idx="16"/>
          </p:nvPr>
        </p:nvSpPr>
        <p:spPr>
          <a:xfrm>
            <a:off x="6096000" y="0"/>
            <a:ext cx="6095999" cy="6858000"/>
          </a:xfrm>
        </p:spPr>
        <p:txBody>
          <a:bodyPr/>
          <a:lstStyle>
            <a:lvl1pPr>
              <a:defRPr b="0" i="0">
                <a:latin typeface="URW DIN" pitchFamily="2" charset="77"/>
              </a:defRPr>
            </a:lvl1pPr>
          </a:lstStyle>
          <a:p>
            <a:endParaRPr lang="en-US"/>
          </a:p>
        </p:txBody>
      </p:sp>
      <p:sp>
        <p:nvSpPr>
          <p:cNvPr id="2" name="Content Placeholder 2">
            <a:extLst>
              <a:ext uri="{FF2B5EF4-FFF2-40B4-BE49-F238E27FC236}">
                <a16:creationId xmlns:a16="http://schemas.microsoft.com/office/drawing/2014/main" id="{0D7E2498-1D9F-CB1A-04AC-A671CBD9C7E1}"/>
              </a:ext>
            </a:extLst>
          </p:cNvPr>
          <p:cNvSpPr>
            <a:spLocks noGrp="1"/>
          </p:cNvSpPr>
          <p:nvPr>
            <p:ph idx="1" hasCustomPrompt="1"/>
          </p:nvPr>
        </p:nvSpPr>
        <p:spPr>
          <a:xfrm>
            <a:off x="894017" y="1792057"/>
            <a:ext cx="4458425" cy="457025"/>
          </a:xfrm>
        </p:spPr>
        <p:txBody>
          <a:bodyPr anchor="ctr">
            <a:noAutofit/>
          </a:bodyPr>
          <a:lstStyle>
            <a:lvl1pPr marL="0" indent="0">
              <a:lnSpc>
                <a:spcPts val="2500"/>
              </a:lnSpc>
              <a:buFont typeface="Arial" panose="020B0604020202020204" pitchFamily="34" charset="0"/>
              <a:buNone/>
              <a:defRPr sz="1800" b="0" i="0" cap="all" spc="300" baseline="0">
                <a:solidFill>
                  <a:srgbClr val="4F758B"/>
                </a:solidFill>
                <a:latin typeface="Industry Demi" pitchFamily="2" charset="77"/>
              </a:defRPr>
            </a:lvl1pPr>
          </a:lstStyle>
          <a:p>
            <a:pPr lvl="0"/>
            <a:r>
              <a:rPr lang="en-US"/>
              <a:t>SUBHEADER</a:t>
            </a:r>
          </a:p>
        </p:txBody>
      </p:sp>
    </p:spTree>
    <p:extLst>
      <p:ext uri="{BB962C8B-B14F-4D97-AF65-F5344CB8AC3E}">
        <p14:creationId xmlns:p14="http://schemas.microsoft.com/office/powerpoint/2010/main" val="30856910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Right Text NP">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254340A2-61FC-8300-6F4D-42A48D831359}"/>
              </a:ext>
            </a:extLst>
          </p:cNvPr>
          <p:cNvSpPr>
            <a:spLocks noGrp="1"/>
          </p:cNvSpPr>
          <p:nvPr>
            <p:ph type="body" sz="quarter" idx="15" hasCustomPrompt="1"/>
          </p:nvPr>
        </p:nvSpPr>
        <p:spPr>
          <a:xfrm>
            <a:off x="887282" y="1113420"/>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8" name="Picture Placeholder 7">
            <a:extLst>
              <a:ext uri="{FF2B5EF4-FFF2-40B4-BE49-F238E27FC236}">
                <a16:creationId xmlns:a16="http://schemas.microsoft.com/office/drawing/2014/main" id="{06E96FB6-D2C2-F918-83DF-98420BAE24FC}"/>
              </a:ext>
            </a:extLst>
          </p:cNvPr>
          <p:cNvSpPr>
            <a:spLocks noGrp="1"/>
          </p:cNvSpPr>
          <p:nvPr>
            <p:ph type="pic" sz="quarter" idx="16"/>
          </p:nvPr>
        </p:nvSpPr>
        <p:spPr>
          <a:xfrm>
            <a:off x="6096000" y="0"/>
            <a:ext cx="6095999" cy="6858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984142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Left Tex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F78324-02CE-FB12-AC45-BEA2CC7D1ADC}"/>
              </a:ext>
            </a:extLst>
          </p:cNvPr>
          <p:cNvSpPr>
            <a:spLocks noGrp="1"/>
          </p:cNvSpPr>
          <p:nvPr>
            <p:ph sz="half" idx="11" hasCustomPrompt="1"/>
          </p:nvPr>
        </p:nvSpPr>
        <p:spPr>
          <a:xfrm>
            <a:off x="6851176" y="2236193"/>
            <a:ext cx="4417660" cy="2745708"/>
          </a:xfrm>
        </p:spPr>
        <p:txBody>
          <a:bodyPr>
            <a:noAutofit/>
          </a:bodyPr>
          <a:lstStyle>
            <a:lvl1pPr marL="0" indent="0">
              <a:lnSpc>
                <a:spcPts val="2800"/>
              </a:lnSpc>
              <a:spcBef>
                <a:spcPts val="0"/>
              </a:spcBef>
              <a:spcAft>
                <a:spcPts val="1600"/>
              </a:spcAft>
              <a:buFont typeface="Arial" panose="020B0604020202020204" pitchFamily="34" charset="0"/>
              <a:buNone/>
              <a:defRPr sz="1800" b="0" i="0">
                <a:latin typeface="URW DIN" pitchFamily="2" charset="77"/>
              </a:defRPr>
            </a:lvl1pPr>
            <a:lvl2pPr>
              <a:defRPr/>
            </a:lvl2pPr>
            <a:lvl3pPr>
              <a:defRPr/>
            </a:lvl3pPr>
            <a:lvl4pPr>
              <a:defRPr/>
            </a:lvl4pPr>
            <a:lvl5pPr>
              <a:defRPr/>
            </a:lvl5pPr>
          </a:lstStyle>
          <a:p>
            <a:pPr lvl="0"/>
            <a:r>
              <a:rPr lang="en-US"/>
              <a:t>Text goes here. </a:t>
            </a:r>
          </a:p>
          <a:p>
            <a:pPr lvl="0"/>
            <a:endParaRPr lang="en-US"/>
          </a:p>
        </p:txBody>
      </p:sp>
      <p:sp>
        <p:nvSpPr>
          <p:cNvPr id="11" name="Text Placeholder 7">
            <a:extLst>
              <a:ext uri="{FF2B5EF4-FFF2-40B4-BE49-F238E27FC236}">
                <a16:creationId xmlns:a16="http://schemas.microsoft.com/office/drawing/2014/main" id="{710FEC4B-CC44-8A8D-54DA-10EEF6E32052}"/>
              </a:ext>
            </a:extLst>
          </p:cNvPr>
          <p:cNvSpPr>
            <a:spLocks noGrp="1"/>
          </p:cNvSpPr>
          <p:nvPr>
            <p:ph type="body" sz="quarter" idx="15" hasCustomPrompt="1"/>
          </p:nvPr>
        </p:nvSpPr>
        <p:spPr>
          <a:xfrm>
            <a:off x="6851176" y="1435853"/>
            <a:ext cx="4417660" cy="80033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6" name="Picture Placeholder 5">
            <a:extLst>
              <a:ext uri="{FF2B5EF4-FFF2-40B4-BE49-F238E27FC236}">
                <a16:creationId xmlns:a16="http://schemas.microsoft.com/office/drawing/2014/main" id="{A4422D61-8B4A-7CDB-C2FC-5A0FD69877E1}"/>
              </a:ext>
            </a:extLst>
          </p:cNvPr>
          <p:cNvSpPr>
            <a:spLocks noGrp="1"/>
          </p:cNvSpPr>
          <p:nvPr>
            <p:ph type="pic" sz="quarter" idx="16"/>
          </p:nvPr>
        </p:nvSpPr>
        <p:spPr>
          <a:xfrm>
            <a:off x="0" y="0"/>
            <a:ext cx="6096000" cy="6858000"/>
          </a:xfrm>
        </p:spPr>
        <p:txBody>
          <a:bodyPr/>
          <a:lstStyle>
            <a:lvl1pPr>
              <a:defRPr b="0" i="0">
                <a:latin typeface="URW DIN" pitchFamily="2" charset="77"/>
              </a:defRPr>
            </a:lvl1pPr>
          </a:lstStyle>
          <a:p>
            <a:endParaRPr lang="en-US"/>
          </a:p>
        </p:txBody>
      </p:sp>
      <p:pic>
        <p:nvPicPr>
          <p:cNvPr id="4" name="Picture 3">
            <a:extLst>
              <a:ext uri="{FF2B5EF4-FFF2-40B4-BE49-F238E27FC236}">
                <a16:creationId xmlns:a16="http://schemas.microsoft.com/office/drawing/2014/main" id="{0D1FCE39-F51A-2293-3B18-5A209A4A52CA}"/>
              </a:ext>
            </a:extLst>
          </p:cNvPr>
          <p:cNvPicPr>
            <a:picLocks noChangeAspect="1"/>
          </p:cNvPicPr>
          <p:nvPr userDrawn="1"/>
        </p:nvPicPr>
        <p:blipFill>
          <a:blip r:embed="rId2"/>
          <a:stretch>
            <a:fillRect/>
          </a:stretch>
        </p:blipFill>
        <p:spPr>
          <a:xfrm>
            <a:off x="10808368" y="5976645"/>
            <a:ext cx="914600" cy="480062"/>
          </a:xfrm>
          <a:prstGeom prst="rect">
            <a:avLst/>
          </a:prstGeom>
        </p:spPr>
      </p:pic>
    </p:spTree>
    <p:extLst>
      <p:ext uri="{BB962C8B-B14F-4D97-AF65-F5344CB8AC3E}">
        <p14:creationId xmlns:p14="http://schemas.microsoft.com/office/powerpoint/2010/main" val="2042049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Left Text NP">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710FEC4B-CC44-8A8D-54DA-10EEF6E32052}"/>
              </a:ext>
            </a:extLst>
          </p:cNvPr>
          <p:cNvSpPr>
            <a:spLocks noGrp="1"/>
          </p:cNvSpPr>
          <p:nvPr>
            <p:ph type="body" sz="quarter" idx="15" hasCustomPrompt="1"/>
          </p:nvPr>
        </p:nvSpPr>
        <p:spPr>
          <a:xfrm>
            <a:off x="6851176" y="1435853"/>
            <a:ext cx="4417660" cy="80033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6" name="Picture Placeholder 5">
            <a:extLst>
              <a:ext uri="{FF2B5EF4-FFF2-40B4-BE49-F238E27FC236}">
                <a16:creationId xmlns:a16="http://schemas.microsoft.com/office/drawing/2014/main" id="{A4422D61-8B4A-7CDB-C2FC-5A0FD69877E1}"/>
              </a:ext>
            </a:extLst>
          </p:cNvPr>
          <p:cNvSpPr>
            <a:spLocks noGrp="1"/>
          </p:cNvSpPr>
          <p:nvPr>
            <p:ph type="pic" sz="quarter" idx="16"/>
          </p:nvPr>
        </p:nvSpPr>
        <p:spPr>
          <a:xfrm>
            <a:off x="0" y="0"/>
            <a:ext cx="6096000" cy="6858000"/>
          </a:xfrm>
        </p:spPr>
        <p:txBody>
          <a:bodyPr/>
          <a:lstStyle>
            <a:lvl1pPr>
              <a:defRPr b="0" i="0">
                <a:latin typeface="URW DIN" pitchFamily="2" charset="77"/>
              </a:defRPr>
            </a:lvl1pPr>
          </a:lstStyle>
          <a:p>
            <a:endParaRPr lang="en-US"/>
          </a:p>
        </p:txBody>
      </p:sp>
      <p:pic>
        <p:nvPicPr>
          <p:cNvPr id="4" name="Picture 3">
            <a:extLst>
              <a:ext uri="{FF2B5EF4-FFF2-40B4-BE49-F238E27FC236}">
                <a16:creationId xmlns:a16="http://schemas.microsoft.com/office/drawing/2014/main" id="{0D1FCE39-F51A-2293-3B18-5A209A4A52CA}"/>
              </a:ext>
            </a:extLst>
          </p:cNvPr>
          <p:cNvPicPr>
            <a:picLocks noChangeAspect="1"/>
          </p:cNvPicPr>
          <p:nvPr userDrawn="1"/>
        </p:nvPicPr>
        <p:blipFill>
          <a:blip r:embed="rId2"/>
          <a:stretch>
            <a:fillRect/>
          </a:stretch>
        </p:blipFill>
        <p:spPr>
          <a:xfrm>
            <a:off x="10808368" y="5976645"/>
            <a:ext cx="914600" cy="480062"/>
          </a:xfrm>
          <a:prstGeom prst="rect">
            <a:avLst/>
          </a:prstGeom>
        </p:spPr>
      </p:pic>
    </p:spTree>
    <p:extLst>
      <p:ext uri="{BB962C8B-B14F-4D97-AF65-F5344CB8AC3E}">
        <p14:creationId xmlns:p14="http://schemas.microsoft.com/office/powerpoint/2010/main" val="25101797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Image Right Icons">
    <p:spTree>
      <p:nvGrpSpPr>
        <p:cNvPr id="1" name=""/>
        <p:cNvGrpSpPr/>
        <p:nvPr/>
      </p:nvGrpSpPr>
      <p:grpSpPr>
        <a:xfrm>
          <a:off x="0" y="0"/>
          <a:ext cx="0" cy="0"/>
          <a:chOff x="0" y="0"/>
          <a:chExt cx="0" cy="0"/>
        </a:xfrm>
      </p:grpSpPr>
      <p:sp>
        <p:nvSpPr>
          <p:cNvPr id="21" name="Content Placeholder 2">
            <a:extLst>
              <a:ext uri="{FF2B5EF4-FFF2-40B4-BE49-F238E27FC236}">
                <a16:creationId xmlns:a16="http://schemas.microsoft.com/office/drawing/2014/main" id="{F36888B6-0B18-3E27-3F5D-747CBF044E83}"/>
              </a:ext>
            </a:extLst>
          </p:cNvPr>
          <p:cNvSpPr>
            <a:spLocks noGrp="1"/>
          </p:cNvSpPr>
          <p:nvPr>
            <p:ph sz="half" idx="11" hasCustomPrompt="1"/>
          </p:nvPr>
        </p:nvSpPr>
        <p:spPr>
          <a:xfrm>
            <a:off x="1698172" y="1930217"/>
            <a:ext cx="3733650" cy="787667"/>
          </a:xfrm>
        </p:spPr>
        <p:txBody>
          <a:bodyPr anchor="ctr">
            <a:noAutofit/>
          </a:bodyPr>
          <a:lstStyle>
            <a:lvl1pPr marL="0" indent="0">
              <a:lnSpc>
                <a:spcPts val="2300"/>
              </a:lnSpc>
              <a:buNone/>
              <a:defRPr sz="1800" b="0" i="0">
                <a:latin typeface="URW DIN" pitchFamily="2" charset="77"/>
              </a:defRPr>
            </a:lvl1pPr>
            <a:lvl2pPr>
              <a:defRPr/>
            </a:lvl2pPr>
            <a:lvl3pPr>
              <a:defRPr/>
            </a:lvl3pPr>
            <a:lvl4pPr>
              <a:defRPr/>
            </a:lvl4pPr>
            <a:lvl5pPr>
              <a:defRPr/>
            </a:lvl5pPr>
          </a:lstStyle>
          <a:p>
            <a:r>
              <a:rPr lang="en-US" b="0"/>
              <a:t>Lorem ipsum dolor sit </a:t>
            </a:r>
            <a:r>
              <a:rPr lang="en-US" b="0" err="1"/>
              <a:t>amet</a:t>
            </a:r>
            <a:r>
              <a:rPr lang="en-US" b="0"/>
              <a:t>, </a:t>
            </a:r>
            <a:r>
              <a:rPr lang="en-US" b="0" err="1"/>
              <a:t>consectetur</a:t>
            </a:r>
            <a:r>
              <a:rPr lang="en-US" b="0"/>
              <a:t> </a:t>
            </a:r>
            <a:r>
              <a:rPr lang="en-US" b="0" err="1"/>
              <a:t>adipiscing</a:t>
            </a:r>
            <a:r>
              <a:rPr lang="en-US" b="0"/>
              <a:t> </a:t>
            </a:r>
            <a:r>
              <a:rPr lang="en-US" b="0" err="1"/>
              <a:t>elit</a:t>
            </a:r>
            <a:r>
              <a:rPr lang="en-US" b="0"/>
              <a:t>.</a:t>
            </a:r>
            <a:endParaRPr lang="en-US"/>
          </a:p>
        </p:txBody>
      </p:sp>
      <p:sp>
        <p:nvSpPr>
          <p:cNvPr id="23" name="Content Placeholder 2">
            <a:extLst>
              <a:ext uri="{FF2B5EF4-FFF2-40B4-BE49-F238E27FC236}">
                <a16:creationId xmlns:a16="http://schemas.microsoft.com/office/drawing/2014/main" id="{D90B8A45-1782-74AA-FA83-77F1ED42F6F7}"/>
              </a:ext>
            </a:extLst>
          </p:cNvPr>
          <p:cNvSpPr>
            <a:spLocks noGrp="1"/>
          </p:cNvSpPr>
          <p:nvPr>
            <p:ph sz="half" idx="12" hasCustomPrompt="1"/>
          </p:nvPr>
        </p:nvSpPr>
        <p:spPr>
          <a:xfrm>
            <a:off x="1682782" y="2986449"/>
            <a:ext cx="3733650" cy="787667"/>
          </a:xfrm>
        </p:spPr>
        <p:txBody>
          <a:bodyPr anchor="ctr">
            <a:noAutofit/>
          </a:bodyPr>
          <a:lstStyle>
            <a:lvl1pPr marL="0" indent="0">
              <a:lnSpc>
                <a:spcPts val="2300"/>
              </a:lnSpc>
              <a:buNone/>
              <a:defRPr sz="1800" b="0" i="0">
                <a:latin typeface="URW DIN" pitchFamily="2" charset="77"/>
              </a:defRPr>
            </a:lvl1pPr>
            <a:lvl2pPr>
              <a:defRPr/>
            </a:lvl2pPr>
            <a:lvl3pPr>
              <a:defRPr/>
            </a:lvl3pPr>
            <a:lvl4pPr>
              <a:defRPr/>
            </a:lvl4pPr>
            <a:lvl5pPr>
              <a:defRPr/>
            </a:lvl5pPr>
          </a:lstStyle>
          <a:p>
            <a:r>
              <a:rPr lang="en-US" b="0"/>
              <a:t>Lorem ipsum dolor sit </a:t>
            </a:r>
            <a:r>
              <a:rPr lang="en-US" b="0" err="1"/>
              <a:t>amet</a:t>
            </a:r>
            <a:r>
              <a:rPr lang="en-US" b="0"/>
              <a:t>, </a:t>
            </a:r>
            <a:r>
              <a:rPr lang="en-US" b="0" err="1"/>
              <a:t>consectetur</a:t>
            </a:r>
            <a:r>
              <a:rPr lang="en-US" b="0"/>
              <a:t> </a:t>
            </a:r>
            <a:r>
              <a:rPr lang="en-US" b="0" err="1"/>
              <a:t>adipiscing</a:t>
            </a:r>
            <a:r>
              <a:rPr lang="en-US" b="0"/>
              <a:t> </a:t>
            </a:r>
            <a:r>
              <a:rPr lang="en-US" b="0" err="1"/>
              <a:t>elit</a:t>
            </a:r>
            <a:r>
              <a:rPr lang="en-US" b="0"/>
              <a:t>.</a:t>
            </a:r>
            <a:endParaRPr lang="en-US"/>
          </a:p>
        </p:txBody>
      </p:sp>
      <p:sp>
        <p:nvSpPr>
          <p:cNvPr id="25" name="Content Placeholder 2">
            <a:extLst>
              <a:ext uri="{FF2B5EF4-FFF2-40B4-BE49-F238E27FC236}">
                <a16:creationId xmlns:a16="http://schemas.microsoft.com/office/drawing/2014/main" id="{74514DA5-5357-4D2D-D480-E9DD90B1DB04}"/>
              </a:ext>
            </a:extLst>
          </p:cNvPr>
          <p:cNvSpPr>
            <a:spLocks noGrp="1"/>
          </p:cNvSpPr>
          <p:nvPr>
            <p:ph sz="half" idx="14" hasCustomPrompt="1"/>
          </p:nvPr>
        </p:nvSpPr>
        <p:spPr>
          <a:xfrm>
            <a:off x="1698172" y="4088122"/>
            <a:ext cx="3733650" cy="787667"/>
          </a:xfrm>
        </p:spPr>
        <p:txBody>
          <a:bodyPr anchor="ctr">
            <a:noAutofit/>
          </a:bodyPr>
          <a:lstStyle>
            <a:lvl1pPr marL="0" indent="0">
              <a:lnSpc>
                <a:spcPts val="2300"/>
              </a:lnSpc>
              <a:buNone/>
              <a:defRPr sz="1800" b="0" i="0">
                <a:latin typeface="URW DIN" pitchFamily="2" charset="77"/>
              </a:defRPr>
            </a:lvl1pPr>
            <a:lvl2pPr>
              <a:defRPr/>
            </a:lvl2pPr>
            <a:lvl3pPr>
              <a:defRPr/>
            </a:lvl3pPr>
            <a:lvl4pPr>
              <a:defRPr/>
            </a:lvl4pPr>
            <a:lvl5pPr>
              <a:defRPr/>
            </a:lvl5pPr>
          </a:lstStyle>
          <a:p>
            <a:r>
              <a:rPr lang="en-US" b="0"/>
              <a:t>Lorem ipsum dolor sit </a:t>
            </a:r>
            <a:r>
              <a:rPr lang="en-US" b="0" err="1"/>
              <a:t>amet</a:t>
            </a:r>
            <a:r>
              <a:rPr lang="en-US" b="0"/>
              <a:t>, </a:t>
            </a:r>
            <a:r>
              <a:rPr lang="en-US" b="0" err="1"/>
              <a:t>consectetur</a:t>
            </a:r>
            <a:r>
              <a:rPr lang="en-US" b="0"/>
              <a:t> </a:t>
            </a:r>
            <a:r>
              <a:rPr lang="en-US" b="0" err="1"/>
              <a:t>adipiscing</a:t>
            </a:r>
            <a:r>
              <a:rPr lang="en-US" b="0"/>
              <a:t> </a:t>
            </a:r>
            <a:r>
              <a:rPr lang="en-US" b="0" err="1"/>
              <a:t>elit</a:t>
            </a:r>
            <a:r>
              <a:rPr lang="en-US" b="0"/>
              <a:t>.</a:t>
            </a:r>
            <a:endParaRPr lang="en-US"/>
          </a:p>
        </p:txBody>
      </p:sp>
      <p:sp>
        <p:nvSpPr>
          <p:cNvPr id="8" name="Text Placeholder 7">
            <a:extLst>
              <a:ext uri="{FF2B5EF4-FFF2-40B4-BE49-F238E27FC236}">
                <a16:creationId xmlns:a16="http://schemas.microsoft.com/office/drawing/2014/main" id="{9F6EB3FE-FBAD-E535-7B8A-E36632B50720}"/>
              </a:ext>
            </a:extLst>
          </p:cNvPr>
          <p:cNvSpPr>
            <a:spLocks noGrp="1"/>
          </p:cNvSpPr>
          <p:nvPr>
            <p:ph type="body" sz="quarter" idx="15" hasCustomPrompt="1"/>
          </p:nvPr>
        </p:nvSpPr>
        <p:spPr>
          <a:xfrm>
            <a:off x="952500" y="989142"/>
            <a:ext cx="3916384" cy="62706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5" name="Picture Placeholder 4">
            <a:extLst>
              <a:ext uri="{FF2B5EF4-FFF2-40B4-BE49-F238E27FC236}">
                <a16:creationId xmlns:a16="http://schemas.microsoft.com/office/drawing/2014/main" id="{D56C9EC7-7F22-EA62-135A-572ED44739E8}"/>
              </a:ext>
            </a:extLst>
          </p:cNvPr>
          <p:cNvSpPr>
            <a:spLocks noGrp="1"/>
          </p:cNvSpPr>
          <p:nvPr>
            <p:ph type="pic" sz="quarter" idx="16"/>
          </p:nvPr>
        </p:nvSpPr>
        <p:spPr>
          <a:xfrm>
            <a:off x="6096000" y="0"/>
            <a:ext cx="6095999" cy="6858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31263186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Right Icons NP">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F6EB3FE-FBAD-E535-7B8A-E36632B50720}"/>
              </a:ext>
            </a:extLst>
          </p:cNvPr>
          <p:cNvSpPr>
            <a:spLocks noGrp="1"/>
          </p:cNvSpPr>
          <p:nvPr>
            <p:ph type="body" sz="quarter" idx="15" hasCustomPrompt="1"/>
          </p:nvPr>
        </p:nvSpPr>
        <p:spPr>
          <a:xfrm>
            <a:off x="952500" y="989142"/>
            <a:ext cx="3916384" cy="62706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5" name="Picture Placeholder 4">
            <a:extLst>
              <a:ext uri="{FF2B5EF4-FFF2-40B4-BE49-F238E27FC236}">
                <a16:creationId xmlns:a16="http://schemas.microsoft.com/office/drawing/2014/main" id="{D56C9EC7-7F22-EA62-135A-572ED44739E8}"/>
              </a:ext>
            </a:extLst>
          </p:cNvPr>
          <p:cNvSpPr>
            <a:spLocks noGrp="1"/>
          </p:cNvSpPr>
          <p:nvPr>
            <p:ph type="pic" sz="quarter" idx="16"/>
          </p:nvPr>
        </p:nvSpPr>
        <p:spPr>
          <a:xfrm>
            <a:off x="6096000" y="0"/>
            <a:ext cx="6095999" cy="6858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20675976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NP">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1373140"/>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pic>
        <p:nvPicPr>
          <p:cNvPr id="13" name="Picture 12">
            <a:extLst>
              <a:ext uri="{FF2B5EF4-FFF2-40B4-BE49-F238E27FC236}">
                <a16:creationId xmlns:a16="http://schemas.microsoft.com/office/drawing/2014/main" id="{2D1D2186-042C-38A7-E2F8-FE2232B7C734}"/>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10976661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ontent 04">
    <p:bg>
      <p:bgPr>
        <a:solidFill>
          <a:srgbClr val="052639"/>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BD7EC7-ACA1-C52C-AAB6-5E3A458BD28B}"/>
              </a:ext>
            </a:extLst>
          </p:cNvPr>
          <p:cNvSpPr>
            <a:spLocks noGrp="1"/>
          </p:cNvSpPr>
          <p:nvPr>
            <p:ph idx="10" hasCustomPrompt="1"/>
          </p:nvPr>
        </p:nvSpPr>
        <p:spPr>
          <a:xfrm>
            <a:off x="887104" y="2859346"/>
            <a:ext cx="10363488" cy="2480750"/>
          </a:xfrm>
        </p:spPr>
        <p:txBody>
          <a:bodyPr>
            <a:noAutofit/>
          </a:bodyPr>
          <a:lstStyle>
            <a:lvl1pPr marL="0" indent="0" algn="l">
              <a:lnSpc>
                <a:spcPts val="2800"/>
              </a:lnSpc>
              <a:buFont typeface="Arial" panose="020B0604020202020204" pitchFamily="34" charset="0"/>
              <a:buNone/>
              <a:defRPr sz="1800" b="0" i="0">
                <a:solidFill>
                  <a:schemeClr val="bg1"/>
                </a:solidFill>
                <a:latin typeface="URW DIN" pitchFamily="2" charset="77"/>
              </a:defRPr>
            </a:lvl1pPr>
          </a:lstStyle>
          <a:p>
            <a:r>
              <a:rPr lang="en-US" b="0"/>
              <a:t>Text goes here.</a:t>
            </a:r>
            <a:endParaRPr lang="en-US"/>
          </a:p>
        </p:txBody>
      </p:sp>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1848245"/>
            <a:ext cx="4444778" cy="615144"/>
          </a:xfrm>
        </p:spPr>
        <p:txBody>
          <a:bodyPr>
            <a:noAutofit/>
          </a:bodyPr>
          <a:lstStyle>
            <a:lvl1pPr marL="0" indent="0">
              <a:lnSpc>
                <a:spcPts val="3900"/>
              </a:lnSpc>
              <a:buNone/>
              <a:defRPr lang="en-US" sz="3600" b="0" kern="1200" cap="all" spc="150" baseline="0" dirty="0">
                <a:solidFill>
                  <a:schemeClr val="bg1"/>
                </a:solidFill>
                <a:latin typeface="Industry Demi" pitchFamily="2" charset="77"/>
                <a:ea typeface="Montserrat SemiBold" charset="0"/>
                <a:cs typeface="Montserrat SemiBold" charset="0"/>
              </a:defRPr>
            </a:lvl1pPr>
          </a:lstStyle>
          <a:p>
            <a:pPr lvl="0"/>
            <a:r>
              <a:rPr lang="en-US"/>
              <a:t>TITLE HERE</a:t>
            </a:r>
          </a:p>
        </p:txBody>
      </p:sp>
      <p:pic>
        <p:nvPicPr>
          <p:cNvPr id="6" name="Picture 5">
            <a:extLst>
              <a:ext uri="{FF2B5EF4-FFF2-40B4-BE49-F238E27FC236}">
                <a16:creationId xmlns:a16="http://schemas.microsoft.com/office/drawing/2014/main" id="{4A5AFF62-0C32-8E89-9EF0-1F2612CE9201}"/>
              </a:ext>
            </a:extLst>
          </p:cNvPr>
          <p:cNvPicPr>
            <a:picLocks noChangeAspect="1"/>
          </p:cNvPicPr>
          <p:nvPr userDrawn="1"/>
        </p:nvPicPr>
        <p:blipFill>
          <a:blip r:embed="rId2"/>
          <a:stretch>
            <a:fillRect/>
          </a:stretch>
        </p:blipFill>
        <p:spPr>
          <a:xfrm>
            <a:off x="10815522" y="5964675"/>
            <a:ext cx="914600" cy="476759"/>
          </a:xfrm>
          <a:prstGeom prst="rect">
            <a:avLst/>
          </a:prstGeom>
        </p:spPr>
      </p:pic>
    </p:spTree>
    <p:extLst>
      <p:ext uri="{BB962C8B-B14F-4D97-AF65-F5344CB8AC3E}">
        <p14:creationId xmlns:p14="http://schemas.microsoft.com/office/powerpoint/2010/main" val="12186011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04 NP">
    <p:bg>
      <p:bgPr>
        <a:solidFill>
          <a:srgbClr val="052639"/>
        </a:solidFill>
        <a:effectLst/>
      </p:bgPr>
    </p:bg>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1848245"/>
            <a:ext cx="4444778" cy="615144"/>
          </a:xfrm>
        </p:spPr>
        <p:txBody>
          <a:bodyPr>
            <a:noAutofit/>
          </a:bodyPr>
          <a:lstStyle>
            <a:lvl1pPr marL="0" indent="0">
              <a:lnSpc>
                <a:spcPts val="3900"/>
              </a:lnSpc>
              <a:buNone/>
              <a:defRPr lang="en-US" sz="3600" b="0" kern="1200" cap="all" spc="150" baseline="0" dirty="0">
                <a:solidFill>
                  <a:schemeClr val="bg1"/>
                </a:solidFill>
                <a:latin typeface="Industry Demi" pitchFamily="2" charset="77"/>
                <a:ea typeface="Montserrat SemiBold" charset="0"/>
                <a:cs typeface="Montserrat SemiBold" charset="0"/>
              </a:defRPr>
            </a:lvl1pPr>
          </a:lstStyle>
          <a:p>
            <a:pPr lvl="0"/>
            <a:r>
              <a:rPr lang="en-US"/>
              <a:t>TITLE HERE</a:t>
            </a:r>
          </a:p>
        </p:txBody>
      </p:sp>
      <p:pic>
        <p:nvPicPr>
          <p:cNvPr id="6" name="Picture 5">
            <a:extLst>
              <a:ext uri="{FF2B5EF4-FFF2-40B4-BE49-F238E27FC236}">
                <a16:creationId xmlns:a16="http://schemas.microsoft.com/office/drawing/2014/main" id="{4A5AFF62-0C32-8E89-9EF0-1F2612CE9201}"/>
              </a:ext>
            </a:extLst>
          </p:cNvPr>
          <p:cNvPicPr>
            <a:picLocks noChangeAspect="1"/>
          </p:cNvPicPr>
          <p:nvPr userDrawn="1"/>
        </p:nvPicPr>
        <p:blipFill>
          <a:blip r:embed="rId2"/>
          <a:stretch>
            <a:fillRect/>
          </a:stretch>
        </p:blipFill>
        <p:spPr>
          <a:xfrm>
            <a:off x="10815522" y="5964675"/>
            <a:ext cx="914600" cy="476759"/>
          </a:xfrm>
          <a:prstGeom prst="rect">
            <a:avLst/>
          </a:prstGeom>
        </p:spPr>
      </p:pic>
    </p:spTree>
    <p:extLst>
      <p:ext uri="{BB962C8B-B14F-4D97-AF65-F5344CB8AC3E}">
        <p14:creationId xmlns:p14="http://schemas.microsoft.com/office/powerpoint/2010/main" val="21138394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0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BD7EC7-ACA1-C52C-AAB6-5E3A458BD28B}"/>
              </a:ext>
            </a:extLst>
          </p:cNvPr>
          <p:cNvSpPr>
            <a:spLocks noGrp="1"/>
          </p:cNvSpPr>
          <p:nvPr>
            <p:ph idx="10" hasCustomPrompt="1"/>
          </p:nvPr>
        </p:nvSpPr>
        <p:spPr>
          <a:xfrm>
            <a:off x="887104" y="2859345"/>
            <a:ext cx="10363488" cy="2249103"/>
          </a:xfrm>
        </p:spPr>
        <p:txBody>
          <a:bodyPr>
            <a:noAutofit/>
          </a:bodyPr>
          <a:lstStyle>
            <a:lvl1pPr marL="0" indent="0" algn="l">
              <a:lnSpc>
                <a:spcPts val="2800"/>
              </a:lnSpc>
              <a:buFont typeface="Arial" panose="020B0604020202020204" pitchFamily="34" charset="0"/>
              <a:buNone/>
              <a:defRPr sz="1800" b="0" i="0">
                <a:solidFill>
                  <a:srgbClr val="00273C"/>
                </a:solidFill>
                <a:latin typeface="URW DIN" pitchFamily="2" charset="77"/>
              </a:defRPr>
            </a:lvl1pPr>
          </a:lstStyle>
          <a:p>
            <a:r>
              <a:rPr lang="en-US" b="0"/>
              <a:t>Text goes here.</a:t>
            </a:r>
            <a:endParaRPr lang="en-US"/>
          </a:p>
        </p:txBody>
      </p:sp>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1848245"/>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Tree>
    <p:extLst>
      <p:ext uri="{BB962C8B-B14F-4D97-AF65-F5344CB8AC3E}">
        <p14:creationId xmlns:p14="http://schemas.microsoft.com/office/powerpoint/2010/main" val="36624610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03 NP">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1848245"/>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Tree>
    <p:extLst>
      <p:ext uri="{BB962C8B-B14F-4D97-AF65-F5344CB8AC3E}">
        <p14:creationId xmlns:p14="http://schemas.microsoft.com/office/powerpoint/2010/main" val="2365823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tats 3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BD7EC7-ACA1-C52C-AAB6-5E3A458BD28B}"/>
              </a:ext>
            </a:extLst>
          </p:cNvPr>
          <p:cNvSpPr>
            <a:spLocks noGrp="1"/>
          </p:cNvSpPr>
          <p:nvPr>
            <p:ph idx="10" hasCustomPrompt="1"/>
          </p:nvPr>
        </p:nvSpPr>
        <p:spPr>
          <a:xfrm>
            <a:off x="887104" y="3959999"/>
            <a:ext cx="3343702" cy="1453250"/>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4" name="Text Placeholder 14">
            <a:extLst>
              <a:ext uri="{FF2B5EF4-FFF2-40B4-BE49-F238E27FC236}">
                <a16:creationId xmlns:a16="http://schemas.microsoft.com/office/drawing/2014/main" id="{96B94691-4D08-C7FF-4C59-BB582F1FBFE6}"/>
              </a:ext>
            </a:extLst>
          </p:cNvPr>
          <p:cNvSpPr>
            <a:spLocks noGrp="1"/>
          </p:cNvSpPr>
          <p:nvPr>
            <p:ph type="body" sz="quarter" idx="18" hasCustomPrompt="1"/>
          </p:nvPr>
        </p:nvSpPr>
        <p:spPr>
          <a:xfrm>
            <a:off x="887104" y="3507561"/>
            <a:ext cx="3343702" cy="45243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HERE</a:t>
            </a:r>
          </a:p>
        </p:txBody>
      </p:sp>
      <p:sp>
        <p:nvSpPr>
          <p:cNvPr id="7" name="Content Placeholder 2">
            <a:extLst>
              <a:ext uri="{FF2B5EF4-FFF2-40B4-BE49-F238E27FC236}">
                <a16:creationId xmlns:a16="http://schemas.microsoft.com/office/drawing/2014/main" id="{FF4CA365-C45E-5C78-A55E-94785A553EF0}"/>
              </a:ext>
            </a:extLst>
          </p:cNvPr>
          <p:cNvSpPr>
            <a:spLocks noGrp="1"/>
          </p:cNvSpPr>
          <p:nvPr>
            <p:ph idx="19" hasCustomPrompt="1"/>
          </p:nvPr>
        </p:nvSpPr>
        <p:spPr>
          <a:xfrm>
            <a:off x="4424149" y="3959999"/>
            <a:ext cx="3343702" cy="1453250"/>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8" name="Text Placeholder 14">
            <a:extLst>
              <a:ext uri="{FF2B5EF4-FFF2-40B4-BE49-F238E27FC236}">
                <a16:creationId xmlns:a16="http://schemas.microsoft.com/office/drawing/2014/main" id="{55029B8F-A2B2-38FC-D8CB-3669E165A834}"/>
              </a:ext>
            </a:extLst>
          </p:cNvPr>
          <p:cNvSpPr>
            <a:spLocks noGrp="1"/>
          </p:cNvSpPr>
          <p:nvPr>
            <p:ph type="body" sz="quarter" idx="20" hasCustomPrompt="1"/>
          </p:nvPr>
        </p:nvSpPr>
        <p:spPr>
          <a:xfrm>
            <a:off x="4424149" y="3507561"/>
            <a:ext cx="3343702" cy="45243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HERE</a:t>
            </a:r>
          </a:p>
        </p:txBody>
      </p:sp>
      <p:sp>
        <p:nvSpPr>
          <p:cNvPr id="9" name="Content Placeholder 2">
            <a:extLst>
              <a:ext uri="{FF2B5EF4-FFF2-40B4-BE49-F238E27FC236}">
                <a16:creationId xmlns:a16="http://schemas.microsoft.com/office/drawing/2014/main" id="{7A8812BA-6045-EF87-DC05-9DA2D9801EE4}"/>
              </a:ext>
            </a:extLst>
          </p:cNvPr>
          <p:cNvSpPr>
            <a:spLocks noGrp="1"/>
          </p:cNvSpPr>
          <p:nvPr>
            <p:ph idx="21" hasCustomPrompt="1"/>
          </p:nvPr>
        </p:nvSpPr>
        <p:spPr>
          <a:xfrm>
            <a:off x="7958919" y="3959999"/>
            <a:ext cx="3343702" cy="1453250"/>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0" name="Text Placeholder 14">
            <a:extLst>
              <a:ext uri="{FF2B5EF4-FFF2-40B4-BE49-F238E27FC236}">
                <a16:creationId xmlns:a16="http://schemas.microsoft.com/office/drawing/2014/main" id="{6087193E-42FA-4021-12A8-3D1571EDB86E}"/>
              </a:ext>
            </a:extLst>
          </p:cNvPr>
          <p:cNvSpPr>
            <a:spLocks noGrp="1"/>
          </p:cNvSpPr>
          <p:nvPr>
            <p:ph type="body" sz="quarter" idx="22" hasCustomPrompt="1"/>
          </p:nvPr>
        </p:nvSpPr>
        <p:spPr>
          <a:xfrm>
            <a:off x="7958919" y="3507561"/>
            <a:ext cx="3343702" cy="45243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HERE</a:t>
            </a:r>
          </a:p>
        </p:txBody>
      </p:sp>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651268"/>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2" name="Text Placeholder 14">
            <a:extLst>
              <a:ext uri="{FF2B5EF4-FFF2-40B4-BE49-F238E27FC236}">
                <a16:creationId xmlns:a16="http://schemas.microsoft.com/office/drawing/2014/main" id="{2FD5F056-8929-972D-21E5-DD5A13CC9F50}"/>
              </a:ext>
            </a:extLst>
          </p:cNvPr>
          <p:cNvSpPr>
            <a:spLocks noGrp="1"/>
          </p:cNvSpPr>
          <p:nvPr>
            <p:ph type="body" sz="quarter" idx="23" hasCustomPrompt="1"/>
          </p:nvPr>
        </p:nvSpPr>
        <p:spPr>
          <a:xfrm>
            <a:off x="887104" y="2717589"/>
            <a:ext cx="3343702" cy="698400"/>
          </a:xfrm>
        </p:spPr>
        <p:txBody>
          <a:bodyPr anchor="ctr">
            <a:noAutofit/>
          </a:bodyPr>
          <a:lstStyle>
            <a:lvl1pPr marL="0" indent="0" algn="ctr">
              <a:buFontTx/>
              <a:buNone/>
              <a:defRPr sz="4400" b="0" i="0" cap="all" spc="0" baseline="0">
                <a:latin typeface="Industry Demi" pitchFamily="2" charset="77"/>
              </a:defRPr>
            </a:lvl1pPr>
          </a:lstStyle>
          <a:p>
            <a:pPr lvl="0"/>
            <a:r>
              <a:rPr lang="en-US"/>
              <a:t>STAT</a:t>
            </a:r>
          </a:p>
        </p:txBody>
      </p:sp>
      <p:sp>
        <p:nvSpPr>
          <p:cNvPr id="5" name="Text Placeholder 14">
            <a:extLst>
              <a:ext uri="{FF2B5EF4-FFF2-40B4-BE49-F238E27FC236}">
                <a16:creationId xmlns:a16="http://schemas.microsoft.com/office/drawing/2014/main" id="{8E1245BD-259C-85EB-D6AA-FD62308CDFCA}"/>
              </a:ext>
            </a:extLst>
          </p:cNvPr>
          <p:cNvSpPr>
            <a:spLocks noGrp="1"/>
          </p:cNvSpPr>
          <p:nvPr>
            <p:ph type="body" sz="quarter" idx="24" hasCustomPrompt="1"/>
          </p:nvPr>
        </p:nvSpPr>
        <p:spPr>
          <a:xfrm>
            <a:off x="4424149" y="2717589"/>
            <a:ext cx="3343702" cy="698400"/>
          </a:xfrm>
        </p:spPr>
        <p:txBody>
          <a:bodyPr anchor="ctr">
            <a:noAutofit/>
          </a:bodyPr>
          <a:lstStyle>
            <a:lvl1pPr marL="0" indent="0" algn="ctr">
              <a:buFontTx/>
              <a:buNone/>
              <a:defRPr sz="4400" b="0" i="0" cap="all" spc="0" baseline="0">
                <a:latin typeface="Industry Demi" pitchFamily="2" charset="77"/>
              </a:defRPr>
            </a:lvl1pPr>
          </a:lstStyle>
          <a:p>
            <a:pPr lvl="0"/>
            <a:r>
              <a:rPr lang="en-US"/>
              <a:t>STAT</a:t>
            </a:r>
          </a:p>
        </p:txBody>
      </p:sp>
      <p:sp>
        <p:nvSpPr>
          <p:cNvPr id="6" name="Text Placeholder 14">
            <a:extLst>
              <a:ext uri="{FF2B5EF4-FFF2-40B4-BE49-F238E27FC236}">
                <a16:creationId xmlns:a16="http://schemas.microsoft.com/office/drawing/2014/main" id="{FCB2F2B4-C09A-94C3-1091-1FAF1F946FB6}"/>
              </a:ext>
            </a:extLst>
          </p:cNvPr>
          <p:cNvSpPr>
            <a:spLocks noGrp="1"/>
          </p:cNvSpPr>
          <p:nvPr>
            <p:ph type="body" sz="quarter" idx="25" hasCustomPrompt="1"/>
          </p:nvPr>
        </p:nvSpPr>
        <p:spPr>
          <a:xfrm>
            <a:off x="7958919" y="2717589"/>
            <a:ext cx="3343702" cy="698400"/>
          </a:xfrm>
        </p:spPr>
        <p:txBody>
          <a:bodyPr anchor="ctr">
            <a:noAutofit/>
          </a:bodyPr>
          <a:lstStyle>
            <a:lvl1pPr marL="0" indent="0" algn="ctr">
              <a:buFontTx/>
              <a:buNone/>
              <a:defRPr sz="4400" b="0" i="0" cap="all" spc="0" baseline="0">
                <a:latin typeface="Industry Demi" pitchFamily="2" charset="77"/>
              </a:defRPr>
            </a:lvl1pPr>
          </a:lstStyle>
          <a:p>
            <a:pPr lvl="0"/>
            <a:r>
              <a:rPr lang="en-US"/>
              <a:t>STAT</a:t>
            </a:r>
          </a:p>
        </p:txBody>
      </p:sp>
      <p:pic>
        <p:nvPicPr>
          <p:cNvPr id="15" name="Picture 14">
            <a:extLst>
              <a:ext uri="{FF2B5EF4-FFF2-40B4-BE49-F238E27FC236}">
                <a16:creationId xmlns:a16="http://schemas.microsoft.com/office/drawing/2014/main" id="{19A089DA-CFC7-2CD2-0E97-05E3A7A670BA}"/>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60057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tats 3 Column NP">
    <p:spTree>
      <p:nvGrpSpPr>
        <p:cNvPr id="1" name=""/>
        <p:cNvGrpSpPr/>
        <p:nvPr/>
      </p:nvGrpSpPr>
      <p:grpSpPr>
        <a:xfrm>
          <a:off x="0" y="0"/>
          <a:ext cx="0" cy="0"/>
          <a:chOff x="0" y="0"/>
          <a:chExt cx="0" cy="0"/>
        </a:xfrm>
      </p:grpSpPr>
      <p:sp>
        <p:nvSpPr>
          <p:cNvPr id="11" name="Text Placeholder 7">
            <a:extLst>
              <a:ext uri="{FF2B5EF4-FFF2-40B4-BE49-F238E27FC236}">
                <a16:creationId xmlns:a16="http://schemas.microsoft.com/office/drawing/2014/main" id="{ED3BDA6B-0727-623E-57BA-5519A4BB13A9}"/>
              </a:ext>
            </a:extLst>
          </p:cNvPr>
          <p:cNvSpPr>
            <a:spLocks noGrp="1"/>
          </p:cNvSpPr>
          <p:nvPr>
            <p:ph type="body" sz="quarter" idx="15" hasCustomPrompt="1"/>
          </p:nvPr>
        </p:nvSpPr>
        <p:spPr>
          <a:xfrm>
            <a:off x="887104" y="651268"/>
            <a:ext cx="4444778" cy="615144"/>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pic>
        <p:nvPicPr>
          <p:cNvPr id="15" name="Picture 14">
            <a:extLst>
              <a:ext uri="{FF2B5EF4-FFF2-40B4-BE49-F238E27FC236}">
                <a16:creationId xmlns:a16="http://schemas.microsoft.com/office/drawing/2014/main" id="{19A089DA-CFC7-2CD2-0E97-05E3A7A670BA}"/>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31908960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Side by Sid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0468531-9B05-802D-230C-6700AFD07AD9}"/>
              </a:ext>
            </a:extLst>
          </p:cNvPr>
          <p:cNvSpPr>
            <a:spLocks noGrp="1"/>
          </p:cNvSpPr>
          <p:nvPr>
            <p:ph idx="10" hasCustomPrompt="1"/>
          </p:nvPr>
        </p:nvSpPr>
        <p:spPr>
          <a:xfrm>
            <a:off x="994490" y="4384196"/>
            <a:ext cx="4107020"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2" name="Content Placeholder 2">
            <a:extLst>
              <a:ext uri="{FF2B5EF4-FFF2-40B4-BE49-F238E27FC236}">
                <a16:creationId xmlns:a16="http://schemas.microsoft.com/office/drawing/2014/main" id="{3C6AEACB-6E77-219C-9EC1-268DAB2BC704}"/>
              </a:ext>
            </a:extLst>
          </p:cNvPr>
          <p:cNvSpPr>
            <a:spLocks noGrp="1"/>
          </p:cNvSpPr>
          <p:nvPr>
            <p:ph idx="16" hasCustomPrompt="1"/>
          </p:nvPr>
        </p:nvSpPr>
        <p:spPr>
          <a:xfrm>
            <a:off x="7086531" y="4384196"/>
            <a:ext cx="4107020"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5" name="Text Placeholder 14">
            <a:extLst>
              <a:ext uri="{FF2B5EF4-FFF2-40B4-BE49-F238E27FC236}">
                <a16:creationId xmlns:a16="http://schemas.microsoft.com/office/drawing/2014/main" id="{B7CCA4F8-6C5B-64A0-BCC5-5CCC83D0E55B}"/>
              </a:ext>
            </a:extLst>
          </p:cNvPr>
          <p:cNvSpPr>
            <a:spLocks noGrp="1"/>
          </p:cNvSpPr>
          <p:nvPr>
            <p:ph type="body" sz="quarter" idx="18" hasCustomPrompt="1"/>
          </p:nvPr>
        </p:nvSpPr>
        <p:spPr>
          <a:xfrm>
            <a:off x="994490" y="3931759"/>
            <a:ext cx="4107020" cy="45243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7" name="Text Placeholder 14">
            <a:extLst>
              <a:ext uri="{FF2B5EF4-FFF2-40B4-BE49-F238E27FC236}">
                <a16:creationId xmlns:a16="http://schemas.microsoft.com/office/drawing/2014/main" id="{D44CC9F9-540B-983D-FCE7-6FC248FF63AE}"/>
              </a:ext>
            </a:extLst>
          </p:cNvPr>
          <p:cNvSpPr>
            <a:spLocks noGrp="1"/>
          </p:cNvSpPr>
          <p:nvPr>
            <p:ph type="body" sz="quarter" idx="19" hasCustomPrompt="1"/>
          </p:nvPr>
        </p:nvSpPr>
        <p:spPr>
          <a:xfrm>
            <a:off x="7086531" y="3931759"/>
            <a:ext cx="4107020" cy="45243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6" name="Picture Placeholder 5">
            <a:extLst>
              <a:ext uri="{FF2B5EF4-FFF2-40B4-BE49-F238E27FC236}">
                <a16:creationId xmlns:a16="http://schemas.microsoft.com/office/drawing/2014/main" id="{517E3145-8192-C2C3-16B1-5D2A6DDB185C}"/>
              </a:ext>
            </a:extLst>
          </p:cNvPr>
          <p:cNvSpPr>
            <a:spLocks noGrp="1"/>
          </p:cNvSpPr>
          <p:nvPr>
            <p:ph type="pic" sz="quarter" idx="20"/>
          </p:nvPr>
        </p:nvSpPr>
        <p:spPr>
          <a:xfrm>
            <a:off x="0" y="1"/>
            <a:ext cx="6096000" cy="3429000"/>
          </a:xfrm>
        </p:spPr>
        <p:txBody>
          <a:bodyPr/>
          <a:lstStyle>
            <a:lvl1pPr>
              <a:defRPr b="0" i="0">
                <a:latin typeface="URW DIN" pitchFamily="2" charset="77"/>
              </a:defRPr>
            </a:lvl1pPr>
          </a:lstStyle>
          <a:p>
            <a:endParaRPr lang="en-US"/>
          </a:p>
        </p:txBody>
      </p:sp>
      <p:sp>
        <p:nvSpPr>
          <p:cNvPr id="7" name="Picture Placeholder 5">
            <a:extLst>
              <a:ext uri="{FF2B5EF4-FFF2-40B4-BE49-F238E27FC236}">
                <a16:creationId xmlns:a16="http://schemas.microsoft.com/office/drawing/2014/main" id="{260ED866-B604-D6EE-387C-B538358D6EE7}"/>
              </a:ext>
            </a:extLst>
          </p:cNvPr>
          <p:cNvSpPr>
            <a:spLocks noGrp="1"/>
          </p:cNvSpPr>
          <p:nvPr>
            <p:ph type="pic" sz="quarter" idx="21"/>
          </p:nvPr>
        </p:nvSpPr>
        <p:spPr>
          <a:xfrm>
            <a:off x="6092041" y="1"/>
            <a:ext cx="6096000" cy="3429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1803694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Side by Side NP">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17E3145-8192-C2C3-16B1-5D2A6DDB185C}"/>
              </a:ext>
            </a:extLst>
          </p:cNvPr>
          <p:cNvSpPr>
            <a:spLocks noGrp="1"/>
          </p:cNvSpPr>
          <p:nvPr>
            <p:ph type="pic" sz="quarter" idx="20"/>
          </p:nvPr>
        </p:nvSpPr>
        <p:spPr>
          <a:xfrm>
            <a:off x="0" y="1"/>
            <a:ext cx="6096000" cy="3429000"/>
          </a:xfrm>
        </p:spPr>
        <p:txBody>
          <a:bodyPr/>
          <a:lstStyle>
            <a:lvl1pPr>
              <a:defRPr b="0" i="0">
                <a:latin typeface="URW DIN" pitchFamily="2" charset="77"/>
              </a:defRPr>
            </a:lvl1pPr>
          </a:lstStyle>
          <a:p>
            <a:endParaRPr lang="en-US"/>
          </a:p>
        </p:txBody>
      </p:sp>
      <p:sp>
        <p:nvSpPr>
          <p:cNvPr id="7" name="Picture Placeholder 5">
            <a:extLst>
              <a:ext uri="{FF2B5EF4-FFF2-40B4-BE49-F238E27FC236}">
                <a16:creationId xmlns:a16="http://schemas.microsoft.com/office/drawing/2014/main" id="{260ED866-B604-D6EE-387C-B538358D6EE7}"/>
              </a:ext>
            </a:extLst>
          </p:cNvPr>
          <p:cNvSpPr>
            <a:spLocks noGrp="1"/>
          </p:cNvSpPr>
          <p:nvPr>
            <p:ph type="pic" sz="quarter" idx="21"/>
          </p:nvPr>
        </p:nvSpPr>
        <p:spPr>
          <a:xfrm>
            <a:off x="6092041" y="1"/>
            <a:ext cx="6096000" cy="3429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30086035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Image Left 4 Icons">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D9B07B6-3A91-44C3-400E-10DE178457D5}"/>
              </a:ext>
            </a:extLst>
          </p:cNvPr>
          <p:cNvSpPr>
            <a:spLocks noGrp="1"/>
          </p:cNvSpPr>
          <p:nvPr>
            <p:ph idx="22" hasCustomPrompt="1"/>
          </p:nvPr>
        </p:nvSpPr>
        <p:spPr>
          <a:xfrm>
            <a:off x="3661288"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2" name="Content Placeholder 2">
            <a:extLst>
              <a:ext uri="{FF2B5EF4-FFF2-40B4-BE49-F238E27FC236}">
                <a16:creationId xmlns:a16="http://schemas.microsoft.com/office/drawing/2014/main" id="{5EAD69DA-99C4-508D-A7FF-99B8E754A96E}"/>
              </a:ext>
            </a:extLst>
          </p:cNvPr>
          <p:cNvSpPr>
            <a:spLocks noGrp="1"/>
          </p:cNvSpPr>
          <p:nvPr>
            <p:ph idx="23" hasCustomPrompt="1"/>
          </p:nvPr>
        </p:nvSpPr>
        <p:spPr>
          <a:xfrm>
            <a:off x="7864320"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3" name="Content Placeholder 2">
            <a:extLst>
              <a:ext uri="{FF2B5EF4-FFF2-40B4-BE49-F238E27FC236}">
                <a16:creationId xmlns:a16="http://schemas.microsoft.com/office/drawing/2014/main" id="{4618538A-30E6-8310-89D9-D70A7ABE8A1E}"/>
              </a:ext>
            </a:extLst>
          </p:cNvPr>
          <p:cNvSpPr>
            <a:spLocks noGrp="1"/>
          </p:cNvSpPr>
          <p:nvPr>
            <p:ph idx="24" hasCustomPrompt="1"/>
          </p:nvPr>
        </p:nvSpPr>
        <p:spPr>
          <a:xfrm>
            <a:off x="3661288"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4" name="Content Placeholder 2">
            <a:extLst>
              <a:ext uri="{FF2B5EF4-FFF2-40B4-BE49-F238E27FC236}">
                <a16:creationId xmlns:a16="http://schemas.microsoft.com/office/drawing/2014/main" id="{02A2C607-3472-DFA1-8763-BC23DC4C519D}"/>
              </a:ext>
            </a:extLst>
          </p:cNvPr>
          <p:cNvSpPr>
            <a:spLocks noGrp="1"/>
          </p:cNvSpPr>
          <p:nvPr>
            <p:ph idx="25" hasCustomPrompt="1"/>
          </p:nvPr>
        </p:nvSpPr>
        <p:spPr>
          <a:xfrm>
            <a:off x="7864320"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5" name="Text Placeholder 14">
            <a:extLst>
              <a:ext uri="{FF2B5EF4-FFF2-40B4-BE49-F238E27FC236}">
                <a16:creationId xmlns:a16="http://schemas.microsoft.com/office/drawing/2014/main" id="{26F1D537-8D5C-E625-BD6A-4F22A3DBC40B}"/>
              </a:ext>
            </a:extLst>
          </p:cNvPr>
          <p:cNvSpPr>
            <a:spLocks noGrp="1"/>
          </p:cNvSpPr>
          <p:nvPr>
            <p:ph type="body" sz="quarter" idx="18" hasCustomPrompt="1"/>
          </p:nvPr>
        </p:nvSpPr>
        <p:spPr>
          <a:xfrm>
            <a:off x="3661288"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6" name="Text Placeholder 14">
            <a:extLst>
              <a:ext uri="{FF2B5EF4-FFF2-40B4-BE49-F238E27FC236}">
                <a16:creationId xmlns:a16="http://schemas.microsoft.com/office/drawing/2014/main" id="{5B35B143-77AE-2A0C-6485-D5D4F7FEE265}"/>
              </a:ext>
            </a:extLst>
          </p:cNvPr>
          <p:cNvSpPr>
            <a:spLocks noGrp="1"/>
          </p:cNvSpPr>
          <p:nvPr>
            <p:ph type="body" sz="quarter" idx="26" hasCustomPrompt="1"/>
          </p:nvPr>
        </p:nvSpPr>
        <p:spPr>
          <a:xfrm>
            <a:off x="7864319"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7" name="Text Placeholder 14">
            <a:extLst>
              <a:ext uri="{FF2B5EF4-FFF2-40B4-BE49-F238E27FC236}">
                <a16:creationId xmlns:a16="http://schemas.microsoft.com/office/drawing/2014/main" id="{ADD2CC0C-6172-5004-F6E8-15613A53BF01}"/>
              </a:ext>
            </a:extLst>
          </p:cNvPr>
          <p:cNvSpPr>
            <a:spLocks noGrp="1"/>
          </p:cNvSpPr>
          <p:nvPr>
            <p:ph type="body" sz="quarter" idx="27" hasCustomPrompt="1"/>
          </p:nvPr>
        </p:nvSpPr>
        <p:spPr>
          <a:xfrm>
            <a:off x="3661288"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8" name="Text Placeholder 14">
            <a:extLst>
              <a:ext uri="{FF2B5EF4-FFF2-40B4-BE49-F238E27FC236}">
                <a16:creationId xmlns:a16="http://schemas.microsoft.com/office/drawing/2014/main" id="{17ECAB42-62BE-AC83-622B-C4E0EFCB0BB4}"/>
              </a:ext>
            </a:extLst>
          </p:cNvPr>
          <p:cNvSpPr>
            <a:spLocks noGrp="1"/>
          </p:cNvSpPr>
          <p:nvPr>
            <p:ph type="body" sz="quarter" idx="28" hasCustomPrompt="1"/>
          </p:nvPr>
        </p:nvSpPr>
        <p:spPr>
          <a:xfrm>
            <a:off x="7864319"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3" name="Picture Placeholder 2">
            <a:extLst>
              <a:ext uri="{FF2B5EF4-FFF2-40B4-BE49-F238E27FC236}">
                <a16:creationId xmlns:a16="http://schemas.microsoft.com/office/drawing/2014/main" id="{B3808DB0-BF8F-26E9-0B34-DDF67F4C3953}"/>
              </a:ext>
            </a:extLst>
          </p:cNvPr>
          <p:cNvSpPr>
            <a:spLocks noGrp="1"/>
          </p:cNvSpPr>
          <p:nvPr>
            <p:ph type="pic" sz="quarter" idx="29"/>
          </p:nvPr>
        </p:nvSpPr>
        <p:spPr>
          <a:xfrm>
            <a:off x="0" y="0"/>
            <a:ext cx="3361552" cy="6858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20805955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 Left 4 Icons NP">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3808DB0-BF8F-26E9-0B34-DDF67F4C3953}"/>
              </a:ext>
            </a:extLst>
          </p:cNvPr>
          <p:cNvSpPr>
            <a:spLocks noGrp="1"/>
          </p:cNvSpPr>
          <p:nvPr>
            <p:ph type="pic" sz="quarter" idx="29"/>
          </p:nvPr>
        </p:nvSpPr>
        <p:spPr>
          <a:xfrm>
            <a:off x="0" y="0"/>
            <a:ext cx="3361552" cy="6858000"/>
          </a:xfrm>
        </p:spPr>
        <p:txBody>
          <a:bodyPr/>
          <a:lstStyle>
            <a:lvl1pPr>
              <a:defRPr b="0" i="0">
                <a:latin typeface="URW DIN" pitchFamily="2" charset="77"/>
              </a:defRPr>
            </a:lvl1pPr>
          </a:lstStyle>
          <a:p>
            <a:endParaRPr lang="en-US"/>
          </a:p>
        </p:txBody>
      </p:sp>
    </p:spTree>
    <p:extLst>
      <p:ext uri="{BB962C8B-B14F-4D97-AF65-F5344CB8AC3E}">
        <p14:creationId xmlns:p14="http://schemas.microsoft.com/office/powerpoint/2010/main" val="13250183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Image Right 4 Icons">
    <p:spTree>
      <p:nvGrpSpPr>
        <p:cNvPr id="1" name=""/>
        <p:cNvGrpSpPr/>
        <p:nvPr/>
      </p:nvGrpSpPr>
      <p:grpSpPr>
        <a:xfrm>
          <a:off x="0" y="0"/>
          <a:ext cx="0" cy="0"/>
          <a:chOff x="0" y="0"/>
          <a:chExt cx="0" cy="0"/>
        </a:xfrm>
      </p:grpSpPr>
      <p:sp>
        <p:nvSpPr>
          <p:cNvPr id="3" name="Picture Placeholder 4"/>
          <p:cNvSpPr>
            <a:spLocks noGrp="1"/>
          </p:cNvSpPr>
          <p:nvPr>
            <p:ph type="pic" sz="quarter" idx="10" hasCustomPrompt="1"/>
          </p:nvPr>
        </p:nvSpPr>
        <p:spPr>
          <a:xfrm>
            <a:off x="8831816" y="0"/>
            <a:ext cx="3360184" cy="6858000"/>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1" name="Content Placeholder 2">
            <a:extLst>
              <a:ext uri="{FF2B5EF4-FFF2-40B4-BE49-F238E27FC236}">
                <a16:creationId xmlns:a16="http://schemas.microsoft.com/office/drawing/2014/main" id="{89DDCD09-2483-6A2C-BDC7-0E25338C374D}"/>
              </a:ext>
            </a:extLst>
          </p:cNvPr>
          <p:cNvSpPr>
            <a:spLocks noGrp="1"/>
          </p:cNvSpPr>
          <p:nvPr>
            <p:ph idx="22" hasCustomPrompt="1"/>
          </p:nvPr>
        </p:nvSpPr>
        <p:spPr>
          <a:xfrm>
            <a:off x="345064"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2" name="Content Placeholder 2">
            <a:extLst>
              <a:ext uri="{FF2B5EF4-FFF2-40B4-BE49-F238E27FC236}">
                <a16:creationId xmlns:a16="http://schemas.microsoft.com/office/drawing/2014/main" id="{76CCE26E-F81C-6269-95B1-0CEECCDC675A}"/>
              </a:ext>
            </a:extLst>
          </p:cNvPr>
          <p:cNvSpPr>
            <a:spLocks noGrp="1"/>
          </p:cNvSpPr>
          <p:nvPr>
            <p:ph idx="23" hasCustomPrompt="1"/>
          </p:nvPr>
        </p:nvSpPr>
        <p:spPr>
          <a:xfrm>
            <a:off x="4548096"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3" name="Content Placeholder 2">
            <a:extLst>
              <a:ext uri="{FF2B5EF4-FFF2-40B4-BE49-F238E27FC236}">
                <a16:creationId xmlns:a16="http://schemas.microsoft.com/office/drawing/2014/main" id="{EBE86127-E8E2-5789-20E9-B31D2CDFED34}"/>
              </a:ext>
            </a:extLst>
          </p:cNvPr>
          <p:cNvSpPr>
            <a:spLocks noGrp="1"/>
          </p:cNvSpPr>
          <p:nvPr>
            <p:ph idx="24" hasCustomPrompt="1"/>
          </p:nvPr>
        </p:nvSpPr>
        <p:spPr>
          <a:xfrm>
            <a:off x="345064"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4" name="Content Placeholder 2">
            <a:extLst>
              <a:ext uri="{FF2B5EF4-FFF2-40B4-BE49-F238E27FC236}">
                <a16:creationId xmlns:a16="http://schemas.microsoft.com/office/drawing/2014/main" id="{8A80731A-78E9-4E0D-8970-5D3766E2D873}"/>
              </a:ext>
            </a:extLst>
          </p:cNvPr>
          <p:cNvSpPr>
            <a:spLocks noGrp="1"/>
          </p:cNvSpPr>
          <p:nvPr>
            <p:ph idx="25" hasCustomPrompt="1"/>
          </p:nvPr>
        </p:nvSpPr>
        <p:spPr>
          <a:xfrm>
            <a:off x="4548096"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5" name="Text Placeholder 14">
            <a:extLst>
              <a:ext uri="{FF2B5EF4-FFF2-40B4-BE49-F238E27FC236}">
                <a16:creationId xmlns:a16="http://schemas.microsoft.com/office/drawing/2014/main" id="{B13A04DF-7607-CD6B-9B51-2B54E4CFD04B}"/>
              </a:ext>
            </a:extLst>
          </p:cNvPr>
          <p:cNvSpPr>
            <a:spLocks noGrp="1"/>
          </p:cNvSpPr>
          <p:nvPr>
            <p:ph type="body" sz="quarter" idx="18" hasCustomPrompt="1"/>
          </p:nvPr>
        </p:nvSpPr>
        <p:spPr>
          <a:xfrm>
            <a:off x="345064"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6" name="Text Placeholder 14">
            <a:extLst>
              <a:ext uri="{FF2B5EF4-FFF2-40B4-BE49-F238E27FC236}">
                <a16:creationId xmlns:a16="http://schemas.microsoft.com/office/drawing/2014/main" id="{09CD1147-3BB1-C5EE-93A7-032664E42BD2}"/>
              </a:ext>
            </a:extLst>
          </p:cNvPr>
          <p:cNvSpPr>
            <a:spLocks noGrp="1"/>
          </p:cNvSpPr>
          <p:nvPr>
            <p:ph type="body" sz="quarter" idx="26" hasCustomPrompt="1"/>
          </p:nvPr>
        </p:nvSpPr>
        <p:spPr>
          <a:xfrm>
            <a:off x="4548095"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7" name="Text Placeholder 14">
            <a:extLst>
              <a:ext uri="{FF2B5EF4-FFF2-40B4-BE49-F238E27FC236}">
                <a16:creationId xmlns:a16="http://schemas.microsoft.com/office/drawing/2014/main" id="{9B5684F1-7127-4B57-45C3-F1F71385079F}"/>
              </a:ext>
            </a:extLst>
          </p:cNvPr>
          <p:cNvSpPr>
            <a:spLocks noGrp="1"/>
          </p:cNvSpPr>
          <p:nvPr>
            <p:ph type="body" sz="quarter" idx="27" hasCustomPrompt="1"/>
          </p:nvPr>
        </p:nvSpPr>
        <p:spPr>
          <a:xfrm>
            <a:off x="345064"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8" name="Text Placeholder 14">
            <a:extLst>
              <a:ext uri="{FF2B5EF4-FFF2-40B4-BE49-F238E27FC236}">
                <a16:creationId xmlns:a16="http://schemas.microsoft.com/office/drawing/2014/main" id="{5691B28A-F62D-971B-DA4C-6D0D1224E2D1}"/>
              </a:ext>
            </a:extLst>
          </p:cNvPr>
          <p:cNvSpPr>
            <a:spLocks noGrp="1"/>
          </p:cNvSpPr>
          <p:nvPr>
            <p:ph type="body" sz="quarter" idx="28" hasCustomPrompt="1"/>
          </p:nvPr>
        </p:nvSpPr>
        <p:spPr>
          <a:xfrm>
            <a:off x="4548095"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Tree>
    <p:extLst>
      <p:ext uri="{BB962C8B-B14F-4D97-AF65-F5344CB8AC3E}">
        <p14:creationId xmlns:p14="http://schemas.microsoft.com/office/powerpoint/2010/main" val="11440966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Right 4 Icons NP">
    <p:spTree>
      <p:nvGrpSpPr>
        <p:cNvPr id="1" name=""/>
        <p:cNvGrpSpPr/>
        <p:nvPr/>
      </p:nvGrpSpPr>
      <p:grpSpPr>
        <a:xfrm>
          <a:off x="0" y="0"/>
          <a:ext cx="0" cy="0"/>
          <a:chOff x="0" y="0"/>
          <a:chExt cx="0" cy="0"/>
        </a:xfrm>
      </p:grpSpPr>
      <p:sp>
        <p:nvSpPr>
          <p:cNvPr id="3" name="Picture Placeholder 4"/>
          <p:cNvSpPr>
            <a:spLocks noGrp="1"/>
          </p:cNvSpPr>
          <p:nvPr>
            <p:ph type="pic" sz="quarter" idx="10" hasCustomPrompt="1"/>
          </p:nvPr>
        </p:nvSpPr>
        <p:spPr>
          <a:xfrm>
            <a:off x="8831816" y="0"/>
            <a:ext cx="3360184" cy="6858000"/>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Tree>
    <p:extLst>
      <p:ext uri="{BB962C8B-B14F-4D97-AF65-F5344CB8AC3E}">
        <p14:creationId xmlns:p14="http://schemas.microsoft.com/office/powerpoint/2010/main" val="24081643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mage Center 4 Icons">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4406096" y="0"/>
            <a:ext cx="3379808" cy="6858000"/>
          </a:xfrm>
          <a:prstGeom prst="rect">
            <a:avLst/>
          </a:prstGeom>
          <a:pattFill prst="pct5">
            <a:fgClr>
              <a:schemeClr val="bg1">
                <a:lumMod val="65000"/>
              </a:schemeClr>
            </a:fgClr>
            <a:bgClr>
              <a:schemeClr val="bg1"/>
            </a:bgClr>
          </a:pattFill>
        </p:spPr>
        <p:txBody>
          <a:bodyPr wrap="square" anchor="ctr">
            <a:noAutofit/>
          </a:bodyPr>
          <a:lstStyle>
            <a:lvl1pPr algn="ctr">
              <a:defRPr sz="1200" b="1" i="0">
                <a:latin typeface="Industry Demi" pitchFamily="2" charset="77"/>
              </a:defRPr>
            </a:lvl1pPr>
          </a:lstStyle>
          <a:p>
            <a:r>
              <a:rPr lang="en-US"/>
              <a:t>Drag &amp; Drop Picture</a:t>
            </a:r>
          </a:p>
        </p:txBody>
      </p:sp>
      <p:sp>
        <p:nvSpPr>
          <p:cNvPr id="11" name="Content Placeholder 2">
            <a:extLst>
              <a:ext uri="{FF2B5EF4-FFF2-40B4-BE49-F238E27FC236}">
                <a16:creationId xmlns:a16="http://schemas.microsoft.com/office/drawing/2014/main" id="{E484A4DC-22E2-1084-636E-9F3A4D3C619C}"/>
              </a:ext>
            </a:extLst>
          </p:cNvPr>
          <p:cNvSpPr>
            <a:spLocks noGrp="1"/>
          </p:cNvSpPr>
          <p:nvPr>
            <p:ph idx="22" hasCustomPrompt="1"/>
          </p:nvPr>
        </p:nvSpPr>
        <p:spPr>
          <a:xfrm>
            <a:off x="241504"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2" name="Content Placeholder 2">
            <a:extLst>
              <a:ext uri="{FF2B5EF4-FFF2-40B4-BE49-F238E27FC236}">
                <a16:creationId xmlns:a16="http://schemas.microsoft.com/office/drawing/2014/main" id="{6DBBB3B3-44FD-1DCD-C0FD-948B0932DCC9}"/>
              </a:ext>
            </a:extLst>
          </p:cNvPr>
          <p:cNvSpPr>
            <a:spLocks noGrp="1"/>
          </p:cNvSpPr>
          <p:nvPr>
            <p:ph idx="23" hasCustomPrompt="1"/>
          </p:nvPr>
        </p:nvSpPr>
        <p:spPr>
          <a:xfrm>
            <a:off x="8047200" y="1827966"/>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3" name="Content Placeholder 2">
            <a:extLst>
              <a:ext uri="{FF2B5EF4-FFF2-40B4-BE49-F238E27FC236}">
                <a16:creationId xmlns:a16="http://schemas.microsoft.com/office/drawing/2014/main" id="{53A74D5E-B12C-7062-8513-58A0FAA62763}"/>
              </a:ext>
            </a:extLst>
          </p:cNvPr>
          <p:cNvSpPr>
            <a:spLocks noGrp="1"/>
          </p:cNvSpPr>
          <p:nvPr>
            <p:ph idx="24" hasCustomPrompt="1"/>
          </p:nvPr>
        </p:nvSpPr>
        <p:spPr>
          <a:xfrm>
            <a:off x="241504"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4" name="Content Placeholder 2">
            <a:extLst>
              <a:ext uri="{FF2B5EF4-FFF2-40B4-BE49-F238E27FC236}">
                <a16:creationId xmlns:a16="http://schemas.microsoft.com/office/drawing/2014/main" id="{0000A2AD-8EB0-DAEA-3ED6-98536187428B}"/>
              </a:ext>
            </a:extLst>
          </p:cNvPr>
          <p:cNvSpPr>
            <a:spLocks noGrp="1"/>
          </p:cNvSpPr>
          <p:nvPr>
            <p:ph idx="25" hasCustomPrompt="1"/>
          </p:nvPr>
        </p:nvSpPr>
        <p:spPr>
          <a:xfrm>
            <a:off x="8047200" y="5038423"/>
            <a:ext cx="3903296" cy="1612843"/>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5" name="Text Placeholder 14">
            <a:extLst>
              <a:ext uri="{FF2B5EF4-FFF2-40B4-BE49-F238E27FC236}">
                <a16:creationId xmlns:a16="http://schemas.microsoft.com/office/drawing/2014/main" id="{D9378563-54F8-227F-F690-71E11A7FB45D}"/>
              </a:ext>
            </a:extLst>
          </p:cNvPr>
          <p:cNvSpPr>
            <a:spLocks noGrp="1"/>
          </p:cNvSpPr>
          <p:nvPr>
            <p:ph type="body" sz="quarter" idx="18" hasCustomPrompt="1"/>
          </p:nvPr>
        </p:nvSpPr>
        <p:spPr>
          <a:xfrm>
            <a:off x="241504"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6" name="Text Placeholder 14">
            <a:extLst>
              <a:ext uri="{FF2B5EF4-FFF2-40B4-BE49-F238E27FC236}">
                <a16:creationId xmlns:a16="http://schemas.microsoft.com/office/drawing/2014/main" id="{670B88CD-9D99-A1A6-A130-39113475761C}"/>
              </a:ext>
            </a:extLst>
          </p:cNvPr>
          <p:cNvSpPr>
            <a:spLocks noGrp="1"/>
          </p:cNvSpPr>
          <p:nvPr>
            <p:ph type="body" sz="quarter" idx="26" hasCustomPrompt="1"/>
          </p:nvPr>
        </p:nvSpPr>
        <p:spPr>
          <a:xfrm>
            <a:off x="8047199" y="1355191"/>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7" name="Text Placeholder 14">
            <a:extLst>
              <a:ext uri="{FF2B5EF4-FFF2-40B4-BE49-F238E27FC236}">
                <a16:creationId xmlns:a16="http://schemas.microsoft.com/office/drawing/2014/main" id="{8E9AADC6-6F1B-1142-7993-CCF9B8E65AE5}"/>
              </a:ext>
            </a:extLst>
          </p:cNvPr>
          <p:cNvSpPr>
            <a:spLocks noGrp="1"/>
          </p:cNvSpPr>
          <p:nvPr>
            <p:ph type="body" sz="quarter" idx="27" hasCustomPrompt="1"/>
          </p:nvPr>
        </p:nvSpPr>
        <p:spPr>
          <a:xfrm>
            <a:off x="241504"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8" name="Text Placeholder 14">
            <a:extLst>
              <a:ext uri="{FF2B5EF4-FFF2-40B4-BE49-F238E27FC236}">
                <a16:creationId xmlns:a16="http://schemas.microsoft.com/office/drawing/2014/main" id="{30F81EEF-E30A-86A6-B060-C806A9AE500A}"/>
              </a:ext>
            </a:extLst>
          </p:cNvPr>
          <p:cNvSpPr>
            <a:spLocks noGrp="1"/>
          </p:cNvSpPr>
          <p:nvPr>
            <p:ph type="body" sz="quarter" idx="28" hasCustomPrompt="1"/>
          </p:nvPr>
        </p:nvSpPr>
        <p:spPr>
          <a:xfrm>
            <a:off x="8047199" y="4567849"/>
            <a:ext cx="3903296"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Tree>
    <p:extLst>
      <p:ext uri="{BB962C8B-B14F-4D97-AF65-F5344CB8AC3E}">
        <p14:creationId xmlns:p14="http://schemas.microsoft.com/office/powerpoint/2010/main" val="15041229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Image Center 4 Icons">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4406096" y="0"/>
            <a:ext cx="3379808" cy="6858000"/>
          </a:xfrm>
          <a:prstGeom prst="rect">
            <a:avLst/>
          </a:prstGeom>
          <a:pattFill prst="pct5">
            <a:fgClr>
              <a:schemeClr val="bg1">
                <a:lumMod val="65000"/>
              </a:schemeClr>
            </a:fgClr>
            <a:bgClr>
              <a:schemeClr val="bg1"/>
            </a:bgClr>
          </a:pattFill>
        </p:spPr>
        <p:txBody>
          <a:bodyPr wrap="square" anchor="ctr">
            <a:noAutofit/>
          </a:bodyPr>
          <a:lstStyle>
            <a:lvl1pPr algn="ctr">
              <a:defRPr sz="1200" b="1" i="0">
                <a:latin typeface="Industry Demi" pitchFamily="2" charset="77"/>
              </a:defRPr>
            </a:lvl1pPr>
          </a:lstStyle>
          <a:p>
            <a:r>
              <a:rPr lang="en-US"/>
              <a:t>Drag &amp; Drop Picture</a:t>
            </a:r>
          </a:p>
        </p:txBody>
      </p:sp>
    </p:spTree>
    <p:extLst>
      <p:ext uri="{BB962C8B-B14F-4D97-AF65-F5344CB8AC3E}">
        <p14:creationId xmlns:p14="http://schemas.microsoft.com/office/powerpoint/2010/main" val="21392140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Image Top 3 Column">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1999" cy="3429000"/>
          </a:xfrm>
          <a:prstGeom prst="rect">
            <a:avLst/>
          </a:prstGeom>
          <a:pattFill prst="pct5">
            <a:fgClr>
              <a:schemeClr val="bg1">
                <a:lumMod val="65000"/>
              </a:schemeClr>
            </a:fgClr>
            <a:bgClr>
              <a:schemeClr val="bg1"/>
            </a:bgClr>
          </a:pattFill>
        </p:spPr>
        <p:txBody>
          <a:bodyPr wrap="square" anchor="ctr">
            <a:noAutofit/>
          </a:bodyPr>
          <a:lstStyle>
            <a:lvl1pPr algn="ctr">
              <a:defRPr sz="1200" b="1" i="0">
                <a:latin typeface="Industry Demi" pitchFamily="2" charset="77"/>
              </a:defRPr>
            </a:lvl1pPr>
          </a:lstStyle>
          <a:p>
            <a:r>
              <a:rPr lang="en-US"/>
              <a:t>Drag &amp; Drop Picture</a:t>
            </a:r>
          </a:p>
        </p:txBody>
      </p:sp>
      <p:sp>
        <p:nvSpPr>
          <p:cNvPr id="3" name="Content Placeholder 2">
            <a:extLst>
              <a:ext uri="{FF2B5EF4-FFF2-40B4-BE49-F238E27FC236}">
                <a16:creationId xmlns:a16="http://schemas.microsoft.com/office/drawing/2014/main" id="{90936B74-F775-33E1-B213-452C0F08633C}"/>
              </a:ext>
            </a:extLst>
          </p:cNvPr>
          <p:cNvSpPr>
            <a:spLocks noGrp="1"/>
          </p:cNvSpPr>
          <p:nvPr>
            <p:ph idx="24" hasCustomPrompt="1"/>
          </p:nvPr>
        </p:nvSpPr>
        <p:spPr>
          <a:xfrm>
            <a:off x="4321600" y="4928695"/>
            <a:ext cx="3548800" cy="1386761"/>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5" name="Text Placeholder 14">
            <a:extLst>
              <a:ext uri="{FF2B5EF4-FFF2-40B4-BE49-F238E27FC236}">
                <a16:creationId xmlns:a16="http://schemas.microsoft.com/office/drawing/2014/main" id="{96EBA212-99EF-73AA-3A60-1D6CD9F26DAA}"/>
              </a:ext>
            </a:extLst>
          </p:cNvPr>
          <p:cNvSpPr>
            <a:spLocks noGrp="1"/>
          </p:cNvSpPr>
          <p:nvPr>
            <p:ph type="body" sz="quarter" idx="27" hasCustomPrompt="1"/>
          </p:nvPr>
        </p:nvSpPr>
        <p:spPr>
          <a:xfrm>
            <a:off x="4321600" y="4458121"/>
            <a:ext cx="3548800"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3" name="Content Placeholder 2">
            <a:extLst>
              <a:ext uri="{FF2B5EF4-FFF2-40B4-BE49-F238E27FC236}">
                <a16:creationId xmlns:a16="http://schemas.microsoft.com/office/drawing/2014/main" id="{4BCB6DAA-FB24-1C10-9289-76F4AB008690}"/>
              </a:ext>
            </a:extLst>
          </p:cNvPr>
          <p:cNvSpPr>
            <a:spLocks noGrp="1"/>
          </p:cNvSpPr>
          <p:nvPr>
            <p:ph idx="28" hasCustomPrompt="1"/>
          </p:nvPr>
        </p:nvSpPr>
        <p:spPr>
          <a:xfrm>
            <a:off x="8259616" y="4928695"/>
            <a:ext cx="3548800" cy="1386761"/>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4" name="Text Placeholder 14">
            <a:extLst>
              <a:ext uri="{FF2B5EF4-FFF2-40B4-BE49-F238E27FC236}">
                <a16:creationId xmlns:a16="http://schemas.microsoft.com/office/drawing/2014/main" id="{56DCDF1F-EF19-A188-248D-8261EBEC837D}"/>
              </a:ext>
            </a:extLst>
          </p:cNvPr>
          <p:cNvSpPr>
            <a:spLocks noGrp="1"/>
          </p:cNvSpPr>
          <p:nvPr>
            <p:ph type="body" sz="quarter" idx="29" hasCustomPrompt="1"/>
          </p:nvPr>
        </p:nvSpPr>
        <p:spPr>
          <a:xfrm>
            <a:off x="8259616" y="4458121"/>
            <a:ext cx="3548800"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15" name="Content Placeholder 2">
            <a:extLst>
              <a:ext uri="{FF2B5EF4-FFF2-40B4-BE49-F238E27FC236}">
                <a16:creationId xmlns:a16="http://schemas.microsoft.com/office/drawing/2014/main" id="{7D095C10-041F-21A8-8CCA-054C43E2255B}"/>
              </a:ext>
            </a:extLst>
          </p:cNvPr>
          <p:cNvSpPr>
            <a:spLocks noGrp="1"/>
          </p:cNvSpPr>
          <p:nvPr>
            <p:ph idx="30" hasCustomPrompt="1"/>
          </p:nvPr>
        </p:nvSpPr>
        <p:spPr>
          <a:xfrm>
            <a:off x="383584" y="4928695"/>
            <a:ext cx="3548800" cy="1386761"/>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6" name="Text Placeholder 14">
            <a:extLst>
              <a:ext uri="{FF2B5EF4-FFF2-40B4-BE49-F238E27FC236}">
                <a16:creationId xmlns:a16="http://schemas.microsoft.com/office/drawing/2014/main" id="{DFEC8979-F3C7-468D-ABE5-D868D0DBD553}"/>
              </a:ext>
            </a:extLst>
          </p:cNvPr>
          <p:cNvSpPr>
            <a:spLocks noGrp="1"/>
          </p:cNvSpPr>
          <p:nvPr>
            <p:ph type="body" sz="quarter" idx="31" hasCustomPrompt="1"/>
          </p:nvPr>
        </p:nvSpPr>
        <p:spPr>
          <a:xfrm>
            <a:off x="383584" y="4458121"/>
            <a:ext cx="3548800"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Tree>
    <p:extLst>
      <p:ext uri="{BB962C8B-B14F-4D97-AF65-F5344CB8AC3E}">
        <p14:creationId xmlns:p14="http://schemas.microsoft.com/office/powerpoint/2010/main" val="42770015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Top 3 Column NP">
    <p:spTree>
      <p:nvGrpSpPr>
        <p:cNvPr id="1" name=""/>
        <p:cNvGrpSpPr/>
        <p:nvPr/>
      </p:nvGrpSpPr>
      <p:grpSpPr>
        <a:xfrm>
          <a:off x="0" y="0"/>
          <a:ext cx="0" cy="0"/>
          <a:chOff x="0" y="0"/>
          <a:chExt cx="0" cy="0"/>
        </a:xfrm>
      </p:grpSpPr>
      <p:sp>
        <p:nvSpPr>
          <p:cNvPr id="4" name="Picture Placeholder 3"/>
          <p:cNvSpPr>
            <a:spLocks noGrp="1"/>
          </p:cNvSpPr>
          <p:nvPr>
            <p:ph type="pic" sz="quarter" idx="12" hasCustomPrompt="1"/>
          </p:nvPr>
        </p:nvSpPr>
        <p:spPr>
          <a:xfrm>
            <a:off x="0" y="0"/>
            <a:ext cx="12191999" cy="3429000"/>
          </a:xfrm>
          <a:prstGeom prst="rect">
            <a:avLst/>
          </a:prstGeom>
          <a:pattFill prst="pct5">
            <a:fgClr>
              <a:schemeClr val="bg1">
                <a:lumMod val="65000"/>
              </a:schemeClr>
            </a:fgClr>
            <a:bgClr>
              <a:schemeClr val="bg1"/>
            </a:bgClr>
          </a:pattFill>
        </p:spPr>
        <p:txBody>
          <a:bodyPr wrap="square" anchor="ctr">
            <a:noAutofit/>
          </a:bodyPr>
          <a:lstStyle>
            <a:lvl1pPr algn="ctr">
              <a:defRPr sz="1200" b="1" i="0">
                <a:latin typeface="Industry Demi" pitchFamily="2" charset="77"/>
              </a:defRPr>
            </a:lvl1pPr>
          </a:lstStyle>
          <a:p>
            <a:r>
              <a:rPr lang="en-US"/>
              <a:t>Drag &amp; Drop Picture</a:t>
            </a:r>
          </a:p>
        </p:txBody>
      </p:sp>
    </p:spTree>
    <p:extLst>
      <p:ext uri="{BB962C8B-B14F-4D97-AF65-F5344CB8AC3E}">
        <p14:creationId xmlns:p14="http://schemas.microsoft.com/office/powerpoint/2010/main" val="42942914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8CE008-ED64-D3C6-0642-8EF6442DED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1854428"/>
            <a:ext cx="555206" cy="555206"/>
          </a:xfrm>
          <a:prstGeom prst="rect">
            <a:avLst/>
          </a:prstGeom>
        </p:spPr>
      </p:pic>
      <p:pic>
        <p:nvPicPr>
          <p:cNvPr id="7" name="Picture 6">
            <a:extLst>
              <a:ext uri="{FF2B5EF4-FFF2-40B4-BE49-F238E27FC236}">
                <a16:creationId xmlns:a16="http://schemas.microsoft.com/office/drawing/2014/main" id="{9872E40C-1649-666C-4E21-6B500B610B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3022119"/>
            <a:ext cx="555206" cy="555206"/>
          </a:xfrm>
          <a:prstGeom prst="rect">
            <a:avLst/>
          </a:prstGeom>
        </p:spPr>
      </p:pic>
      <p:pic>
        <p:nvPicPr>
          <p:cNvPr id="8" name="Picture 7">
            <a:extLst>
              <a:ext uri="{FF2B5EF4-FFF2-40B4-BE49-F238E27FC236}">
                <a16:creationId xmlns:a16="http://schemas.microsoft.com/office/drawing/2014/main" id="{D1D68089-2205-E9E3-60DB-407D7C1E1B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4195030"/>
            <a:ext cx="555206" cy="555206"/>
          </a:xfrm>
          <a:prstGeom prst="rect">
            <a:avLst/>
          </a:prstGeom>
        </p:spPr>
      </p:pic>
      <p:sp>
        <p:nvSpPr>
          <p:cNvPr id="9" name="Content Placeholder 2">
            <a:extLst>
              <a:ext uri="{FF2B5EF4-FFF2-40B4-BE49-F238E27FC236}">
                <a16:creationId xmlns:a16="http://schemas.microsoft.com/office/drawing/2014/main" id="{F54EF70C-C70E-CAD4-7C06-42740BBE3CF1}"/>
              </a:ext>
            </a:extLst>
          </p:cNvPr>
          <p:cNvSpPr>
            <a:spLocks noGrp="1"/>
          </p:cNvSpPr>
          <p:nvPr>
            <p:ph sz="half" idx="11" hasCustomPrompt="1"/>
          </p:nvPr>
        </p:nvSpPr>
        <p:spPr>
          <a:xfrm>
            <a:off x="6372841" y="1674830"/>
            <a:ext cx="4417660" cy="914402"/>
          </a:xfrm>
        </p:spPr>
        <p:txBody>
          <a:bodyPr anchor="ctr">
            <a:noAutofit/>
          </a:bodyPr>
          <a:lstStyle>
            <a:lvl1pPr marL="0" indent="0">
              <a:lnSpc>
                <a:spcPts val="2700"/>
              </a:lnSpc>
              <a:spcBef>
                <a:spcPts val="0"/>
              </a:spcBef>
              <a:spcAft>
                <a:spcPts val="1600"/>
              </a:spcAft>
              <a:buFont typeface="Arial" panose="020B0604020202020204" pitchFamily="34" charset="0"/>
              <a:buNone/>
              <a:defRPr sz="2000" b="0" i="0">
                <a:latin typeface="URW DIN" pitchFamily="2" charset="77"/>
              </a:defRPr>
            </a:lvl1pPr>
            <a:lvl2pPr>
              <a:defRPr/>
            </a:lvl2pPr>
            <a:lvl3pPr>
              <a:defRPr/>
            </a:lvl3pPr>
            <a:lvl4pPr>
              <a:defRPr/>
            </a:lvl4pPr>
            <a:lvl5pPr>
              <a:defRPr/>
            </a:lvl5pPr>
          </a:lstStyle>
          <a:p>
            <a:pPr lvl="0"/>
            <a:r>
              <a:rPr lang="en-US"/>
              <a:t>Insert text here</a:t>
            </a:r>
          </a:p>
        </p:txBody>
      </p:sp>
      <p:sp>
        <p:nvSpPr>
          <p:cNvPr id="12" name="Content Placeholder 2">
            <a:extLst>
              <a:ext uri="{FF2B5EF4-FFF2-40B4-BE49-F238E27FC236}">
                <a16:creationId xmlns:a16="http://schemas.microsoft.com/office/drawing/2014/main" id="{4F215239-6DE9-44EE-DC60-047D28B9BADE}"/>
              </a:ext>
            </a:extLst>
          </p:cNvPr>
          <p:cNvSpPr>
            <a:spLocks noGrp="1"/>
          </p:cNvSpPr>
          <p:nvPr>
            <p:ph sz="half" idx="14" hasCustomPrompt="1"/>
          </p:nvPr>
        </p:nvSpPr>
        <p:spPr>
          <a:xfrm>
            <a:off x="980407" y="2475170"/>
            <a:ext cx="3713513" cy="2745708"/>
          </a:xfrm>
        </p:spPr>
        <p:txBody>
          <a:bodyPr>
            <a:noAutofit/>
          </a:bodyPr>
          <a:lstStyle>
            <a:lvl1pPr marL="0" indent="0">
              <a:lnSpc>
                <a:spcPts val="2800"/>
              </a:lnSpc>
              <a:spcBef>
                <a:spcPts val="0"/>
              </a:spcBef>
              <a:spcAft>
                <a:spcPts val="1600"/>
              </a:spcAft>
              <a:buFont typeface="Arial" panose="020B0604020202020204" pitchFamily="34" charset="0"/>
              <a:buNone/>
              <a:defRPr sz="1800" b="0" i="0">
                <a:latin typeface="URW DIN" pitchFamily="2" charset="77"/>
              </a:defRPr>
            </a:lvl1pPr>
            <a:lvl2pPr>
              <a:defRPr/>
            </a:lvl2pPr>
            <a:lvl3pPr>
              <a:defRPr/>
            </a:lvl3pPr>
            <a:lvl4pPr>
              <a:defRPr/>
            </a:lvl4pPr>
            <a:lvl5pPr>
              <a:defRPr/>
            </a:lvl5pPr>
          </a:lstStyle>
          <a:p>
            <a:pPr lvl="0"/>
            <a:r>
              <a:rPr lang="en-US"/>
              <a:t>Text goes here. </a:t>
            </a:r>
          </a:p>
          <a:p>
            <a:pPr lvl="0"/>
            <a:endParaRPr lang="en-US"/>
          </a:p>
        </p:txBody>
      </p:sp>
      <p:sp>
        <p:nvSpPr>
          <p:cNvPr id="13" name="Text Placeholder 7">
            <a:extLst>
              <a:ext uri="{FF2B5EF4-FFF2-40B4-BE49-F238E27FC236}">
                <a16:creationId xmlns:a16="http://schemas.microsoft.com/office/drawing/2014/main" id="{FE220CE2-8142-8A6D-E33B-D3DBAF754FB2}"/>
              </a:ext>
            </a:extLst>
          </p:cNvPr>
          <p:cNvSpPr>
            <a:spLocks noGrp="1"/>
          </p:cNvSpPr>
          <p:nvPr>
            <p:ph type="body" sz="quarter" idx="15" hasCustomPrompt="1"/>
          </p:nvPr>
        </p:nvSpPr>
        <p:spPr>
          <a:xfrm>
            <a:off x="980407" y="1674830"/>
            <a:ext cx="3713513" cy="80033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sp>
        <p:nvSpPr>
          <p:cNvPr id="15" name="Content Placeholder 2">
            <a:extLst>
              <a:ext uri="{FF2B5EF4-FFF2-40B4-BE49-F238E27FC236}">
                <a16:creationId xmlns:a16="http://schemas.microsoft.com/office/drawing/2014/main" id="{3B2E6DB0-4CC7-06A5-66D8-68A05375FD0A}"/>
              </a:ext>
            </a:extLst>
          </p:cNvPr>
          <p:cNvSpPr>
            <a:spLocks noGrp="1"/>
          </p:cNvSpPr>
          <p:nvPr>
            <p:ph sz="half" idx="16" hasCustomPrompt="1"/>
          </p:nvPr>
        </p:nvSpPr>
        <p:spPr>
          <a:xfrm>
            <a:off x="6372841" y="2845262"/>
            <a:ext cx="4417660" cy="914402"/>
          </a:xfrm>
        </p:spPr>
        <p:txBody>
          <a:bodyPr anchor="ctr">
            <a:noAutofit/>
          </a:bodyPr>
          <a:lstStyle>
            <a:lvl1pPr marL="0" indent="0">
              <a:lnSpc>
                <a:spcPts val="2700"/>
              </a:lnSpc>
              <a:spcBef>
                <a:spcPts val="0"/>
              </a:spcBef>
              <a:spcAft>
                <a:spcPts val="1600"/>
              </a:spcAft>
              <a:buFont typeface="Arial" panose="020B0604020202020204" pitchFamily="34" charset="0"/>
              <a:buNone/>
              <a:defRPr sz="2000" b="0" i="0">
                <a:latin typeface="URW DIN" pitchFamily="2" charset="77"/>
              </a:defRPr>
            </a:lvl1pPr>
            <a:lvl2pPr>
              <a:defRPr/>
            </a:lvl2pPr>
            <a:lvl3pPr>
              <a:defRPr/>
            </a:lvl3pPr>
            <a:lvl4pPr>
              <a:defRPr/>
            </a:lvl4pPr>
            <a:lvl5pPr>
              <a:defRPr/>
            </a:lvl5pPr>
          </a:lstStyle>
          <a:p>
            <a:pPr lvl="0"/>
            <a:r>
              <a:rPr lang="en-US"/>
              <a:t>Insert text here</a:t>
            </a:r>
          </a:p>
        </p:txBody>
      </p:sp>
      <p:sp>
        <p:nvSpPr>
          <p:cNvPr id="16" name="Content Placeholder 2">
            <a:extLst>
              <a:ext uri="{FF2B5EF4-FFF2-40B4-BE49-F238E27FC236}">
                <a16:creationId xmlns:a16="http://schemas.microsoft.com/office/drawing/2014/main" id="{6AC272AC-91E3-F8CC-F9E9-B5948AB1564F}"/>
              </a:ext>
            </a:extLst>
          </p:cNvPr>
          <p:cNvSpPr>
            <a:spLocks noGrp="1"/>
          </p:cNvSpPr>
          <p:nvPr>
            <p:ph sz="half" idx="17" hasCustomPrompt="1"/>
          </p:nvPr>
        </p:nvSpPr>
        <p:spPr>
          <a:xfrm>
            <a:off x="6372841" y="4015694"/>
            <a:ext cx="4417660" cy="914402"/>
          </a:xfrm>
        </p:spPr>
        <p:txBody>
          <a:bodyPr anchor="ctr">
            <a:noAutofit/>
          </a:bodyPr>
          <a:lstStyle>
            <a:lvl1pPr marL="0" indent="0">
              <a:lnSpc>
                <a:spcPts val="2700"/>
              </a:lnSpc>
              <a:spcBef>
                <a:spcPts val="0"/>
              </a:spcBef>
              <a:spcAft>
                <a:spcPts val="1600"/>
              </a:spcAft>
              <a:buFont typeface="Arial" panose="020B0604020202020204" pitchFamily="34" charset="0"/>
              <a:buNone/>
              <a:defRPr sz="2000" b="0" i="0">
                <a:latin typeface="URW DIN" pitchFamily="2" charset="77"/>
              </a:defRPr>
            </a:lvl1pPr>
            <a:lvl2pPr>
              <a:defRPr/>
            </a:lvl2pPr>
            <a:lvl3pPr>
              <a:defRPr/>
            </a:lvl3pPr>
            <a:lvl4pPr>
              <a:defRPr/>
            </a:lvl4pPr>
            <a:lvl5pPr>
              <a:defRPr/>
            </a:lvl5pPr>
          </a:lstStyle>
          <a:p>
            <a:pPr lvl="0"/>
            <a:r>
              <a:rPr lang="en-US"/>
              <a:t>Insert text here</a:t>
            </a:r>
          </a:p>
        </p:txBody>
      </p:sp>
      <p:pic>
        <p:nvPicPr>
          <p:cNvPr id="3" name="Picture 2">
            <a:extLst>
              <a:ext uri="{FF2B5EF4-FFF2-40B4-BE49-F238E27FC236}">
                <a16:creationId xmlns:a16="http://schemas.microsoft.com/office/drawing/2014/main" id="{8FB83DCB-453D-4260-1B54-7A9C8787BE13}"/>
              </a:ext>
            </a:extLst>
          </p:cNvPr>
          <p:cNvPicPr>
            <a:picLocks noChangeAspect="1"/>
          </p:cNvPicPr>
          <p:nvPr userDrawn="1"/>
        </p:nvPicPr>
        <p:blipFill>
          <a:blip r:embed="rId3"/>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2758143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NP">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8CE008-ED64-D3C6-0642-8EF6442DEDC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1854428"/>
            <a:ext cx="555206" cy="555206"/>
          </a:xfrm>
          <a:prstGeom prst="rect">
            <a:avLst/>
          </a:prstGeom>
        </p:spPr>
      </p:pic>
      <p:pic>
        <p:nvPicPr>
          <p:cNvPr id="7" name="Picture 6">
            <a:extLst>
              <a:ext uri="{FF2B5EF4-FFF2-40B4-BE49-F238E27FC236}">
                <a16:creationId xmlns:a16="http://schemas.microsoft.com/office/drawing/2014/main" id="{9872E40C-1649-666C-4E21-6B500B610B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3022119"/>
            <a:ext cx="555206" cy="555206"/>
          </a:xfrm>
          <a:prstGeom prst="rect">
            <a:avLst/>
          </a:prstGeom>
        </p:spPr>
      </p:pic>
      <p:pic>
        <p:nvPicPr>
          <p:cNvPr id="8" name="Picture 7">
            <a:extLst>
              <a:ext uri="{FF2B5EF4-FFF2-40B4-BE49-F238E27FC236}">
                <a16:creationId xmlns:a16="http://schemas.microsoft.com/office/drawing/2014/main" id="{D1D68089-2205-E9E3-60DB-407D7C1E1B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540794" y="4195030"/>
            <a:ext cx="555206" cy="555206"/>
          </a:xfrm>
          <a:prstGeom prst="rect">
            <a:avLst/>
          </a:prstGeom>
        </p:spPr>
      </p:pic>
      <p:sp>
        <p:nvSpPr>
          <p:cNvPr id="13" name="Text Placeholder 7">
            <a:extLst>
              <a:ext uri="{FF2B5EF4-FFF2-40B4-BE49-F238E27FC236}">
                <a16:creationId xmlns:a16="http://schemas.microsoft.com/office/drawing/2014/main" id="{FE220CE2-8142-8A6D-E33B-D3DBAF754FB2}"/>
              </a:ext>
            </a:extLst>
          </p:cNvPr>
          <p:cNvSpPr>
            <a:spLocks noGrp="1"/>
          </p:cNvSpPr>
          <p:nvPr>
            <p:ph type="body" sz="quarter" idx="15" hasCustomPrompt="1"/>
          </p:nvPr>
        </p:nvSpPr>
        <p:spPr>
          <a:xfrm>
            <a:off x="980407" y="1674830"/>
            <a:ext cx="3713513" cy="800339"/>
          </a:xfrm>
        </p:spPr>
        <p:txBody>
          <a:bodyPr>
            <a:noAutofit/>
          </a:bodyPr>
          <a:lstStyle>
            <a:lvl1pPr marL="0" indent="0">
              <a:lnSpc>
                <a:spcPts val="3900"/>
              </a:lnSpc>
              <a:buNone/>
              <a:defRPr lang="en-US" sz="3600" b="0" kern="1200" cap="all" spc="150" baseline="0" dirty="0">
                <a:solidFill>
                  <a:srgbClr val="052639"/>
                </a:solidFill>
                <a:latin typeface="Industry Demi" pitchFamily="2" charset="77"/>
                <a:ea typeface="Montserrat SemiBold" charset="0"/>
                <a:cs typeface="Montserrat SemiBold" charset="0"/>
              </a:defRPr>
            </a:lvl1pPr>
          </a:lstStyle>
          <a:p>
            <a:pPr lvl="0"/>
            <a:r>
              <a:rPr lang="en-US"/>
              <a:t>TITLE HERE</a:t>
            </a:r>
          </a:p>
        </p:txBody>
      </p:sp>
      <p:pic>
        <p:nvPicPr>
          <p:cNvPr id="3" name="Picture 2">
            <a:extLst>
              <a:ext uri="{FF2B5EF4-FFF2-40B4-BE49-F238E27FC236}">
                <a16:creationId xmlns:a16="http://schemas.microsoft.com/office/drawing/2014/main" id="{8FB83DCB-453D-4260-1B54-7A9C8787BE13}"/>
              </a:ext>
            </a:extLst>
          </p:cNvPr>
          <p:cNvPicPr>
            <a:picLocks noChangeAspect="1"/>
          </p:cNvPicPr>
          <p:nvPr userDrawn="1"/>
        </p:nvPicPr>
        <p:blipFill>
          <a:blip r:embed="rId3"/>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42864754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Gallery 01">
    <p:spTree>
      <p:nvGrpSpPr>
        <p:cNvPr id="1" name=""/>
        <p:cNvGrpSpPr/>
        <p:nvPr/>
      </p:nvGrpSpPr>
      <p:grpSpPr>
        <a:xfrm>
          <a:off x="0" y="0"/>
          <a:ext cx="0" cy="0"/>
          <a:chOff x="0" y="0"/>
          <a:chExt cx="0" cy="0"/>
        </a:xfrm>
      </p:grpSpPr>
      <p:sp>
        <p:nvSpPr>
          <p:cNvPr id="4" name="Picture Placeholder 4"/>
          <p:cNvSpPr>
            <a:spLocks noGrp="1"/>
          </p:cNvSpPr>
          <p:nvPr>
            <p:ph type="pic" sz="quarter" idx="20" hasCustomPrompt="1"/>
          </p:nvPr>
        </p:nvSpPr>
        <p:spPr>
          <a:xfrm>
            <a:off x="6089152"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5" name="Picture Placeholder 4"/>
          <p:cNvSpPr>
            <a:spLocks noGrp="1"/>
          </p:cNvSpPr>
          <p:nvPr>
            <p:ph type="pic" sz="quarter" idx="21" hasCustomPrompt="1"/>
          </p:nvPr>
        </p:nvSpPr>
        <p:spPr>
          <a:xfrm>
            <a:off x="9126866" y="4593775"/>
            <a:ext cx="3065134"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6" name="Picture Placeholder 4"/>
          <p:cNvSpPr>
            <a:spLocks noGrp="1"/>
          </p:cNvSpPr>
          <p:nvPr>
            <p:ph type="pic" sz="quarter" idx="18" hasCustomPrompt="1"/>
          </p:nvPr>
        </p:nvSpPr>
        <p:spPr>
          <a:xfrm>
            <a:off x="-1"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7" name="Picture Placeholder 4"/>
          <p:cNvSpPr>
            <a:spLocks noGrp="1"/>
          </p:cNvSpPr>
          <p:nvPr>
            <p:ph type="pic" sz="quarter" idx="19" hasCustomPrompt="1"/>
          </p:nvPr>
        </p:nvSpPr>
        <p:spPr>
          <a:xfrm>
            <a:off x="3044576"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8" name="Picture Placeholder 4"/>
          <p:cNvSpPr>
            <a:spLocks noGrp="1"/>
          </p:cNvSpPr>
          <p:nvPr>
            <p:ph type="pic" sz="quarter" idx="10" hasCustomPrompt="1"/>
          </p:nvPr>
        </p:nvSpPr>
        <p:spPr>
          <a:xfrm>
            <a:off x="-1"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9" name="Picture Placeholder 4"/>
          <p:cNvSpPr>
            <a:spLocks noGrp="1"/>
          </p:cNvSpPr>
          <p:nvPr>
            <p:ph type="pic" sz="quarter" idx="11" hasCustomPrompt="1"/>
          </p:nvPr>
        </p:nvSpPr>
        <p:spPr>
          <a:xfrm>
            <a:off x="3044576"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0" name="Picture Placeholder 4"/>
          <p:cNvSpPr>
            <a:spLocks noGrp="1"/>
          </p:cNvSpPr>
          <p:nvPr>
            <p:ph type="pic" sz="quarter" idx="12" hasCustomPrompt="1"/>
          </p:nvPr>
        </p:nvSpPr>
        <p:spPr>
          <a:xfrm>
            <a:off x="6089152"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1" name="Picture Placeholder 4"/>
          <p:cNvSpPr>
            <a:spLocks noGrp="1"/>
          </p:cNvSpPr>
          <p:nvPr>
            <p:ph type="pic" sz="quarter" idx="13" hasCustomPrompt="1"/>
          </p:nvPr>
        </p:nvSpPr>
        <p:spPr>
          <a:xfrm>
            <a:off x="9126866" y="0"/>
            <a:ext cx="3065134"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2" name="Content Placeholder 2">
            <a:extLst>
              <a:ext uri="{FF2B5EF4-FFF2-40B4-BE49-F238E27FC236}">
                <a16:creationId xmlns:a16="http://schemas.microsoft.com/office/drawing/2014/main" id="{9CBD76B9-433F-AD00-B695-10E3EBB42306}"/>
              </a:ext>
            </a:extLst>
          </p:cNvPr>
          <p:cNvSpPr>
            <a:spLocks noGrp="1"/>
          </p:cNvSpPr>
          <p:nvPr>
            <p:ph idx="22" hasCustomPrompt="1"/>
          </p:nvPr>
        </p:nvSpPr>
        <p:spPr>
          <a:xfrm>
            <a:off x="4328663" y="3116331"/>
            <a:ext cx="3520977" cy="1135299"/>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13" name="Text Placeholder 14">
            <a:extLst>
              <a:ext uri="{FF2B5EF4-FFF2-40B4-BE49-F238E27FC236}">
                <a16:creationId xmlns:a16="http://schemas.microsoft.com/office/drawing/2014/main" id="{E8FC7F44-9D70-BF48-976D-983DE6B0E8AC}"/>
              </a:ext>
            </a:extLst>
          </p:cNvPr>
          <p:cNvSpPr>
            <a:spLocks noGrp="1"/>
          </p:cNvSpPr>
          <p:nvPr>
            <p:ph type="body" sz="quarter" idx="23" hasCustomPrompt="1"/>
          </p:nvPr>
        </p:nvSpPr>
        <p:spPr>
          <a:xfrm>
            <a:off x="4328663" y="2643556"/>
            <a:ext cx="3520977"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20" name="Content Placeholder 2">
            <a:extLst>
              <a:ext uri="{FF2B5EF4-FFF2-40B4-BE49-F238E27FC236}">
                <a16:creationId xmlns:a16="http://schemas.microsoft.com/office/drawing/2014/main" id="{E95C3A67-1CAB-B28F-F3F8-0F33C3650660}"/>
              </a:ext>
            </a:extLst>
          </p:cNvPr>
          <p:cNvSpPr>
            <a:spLocks noGrp="1"/>
          </p:cNvSpPr>
          <p:nvPr>
            <p:ph idx="24" hasCustomPrompt="1"/>
          </p:nvPr>
        </p:nvSpPr>
        <p:spPr>
          <a:xfrm>
            <a:off x="366263" y="3116331"/>
            <a:ext cx="3520977" cy="1135299"/>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21" name="Text Placeholder 14">
            <a:extLst>
              <a:ext uri="{FF2B5EF4-FFF2-40B4-BE49-F238E27FC236}">
                <a16:creationId xmlns:a16="http://schemas.microsoft.com/office/drawing/2014/main" id="{6A014BD6-47BF-23DC-D39A-00AFAAFD8C79}"/>
              </a:ext>
            </a:extLst>
          </p:cNvPr>
          <p:cNvSpPr>
            <a:spLocks noGrp="1"/>
          </p:cNvSpPr>
          <p:nvPr>
            <p:ph type="body" sz="quarter" idx="25" hasCustomPrompt="1"/>
          </p:nvPr>
        </p:nvSpPr>
        <p:spPr>
          <a:xfrm>
            <a:off x="366263" y="2643556"/>
            <a:ext cx="3520977"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
        <p:nvSpPr>
          <p:cNvPr id="22" name="Content Placeholder 2">
            <a:extLst>
              <a:ext uri="{FF2B5EF4-FFF2-40B4-BE49-F238E27FC236}">
                <a16:creationId xmlns:a16="http://schemas.microsoft.com/office/drawing/2014/main" id="{866643CE-F5B1-B561-CB84-3F5585130B7A}"/>
              </a:ext>
            </a:extLst>
          </p:cNvPr>
          <p:cNvSpPr>
            <a:spLocks noGrp="1"/>
          </p:cNvSpPr>
          <p:nvPr>
            <p:ph idx="26" hasCustomPrompt="1"/>
          </p:nvPr>
        </p:nvSpPr>
        <p:spPr>
          <a:xfrm>
            <a:off x="8291063" y="3116331"/>
            <a:ext cx="3520977" cy="1135299"/>
          </a:xfrm>
        </p:spPr>
        <p:txBody>
          <a:bodyPr>
            <a:noAutofit/>
          </a:bodyPr>
          <a:lstStyle>
            <a:lvl1pPr marL="0" indent="0" algn="ctr">
              <a:lnSpc>
                <a:spcPts val="2400"/>
              </a:lnSpc>
              <a:buFont typeface="Arial" panose="020B0604020202020204" pitchFamily="34" charset="0"/>
              <a:buNone/>
              <a:defRPr sz="1600" b="0" i="0">
                <a:solidFill>
                  <a:srgbClr val="00273C"/>
                </a:solidFill>
                <a:latin typeface="URW DIN" pitchFamily="2" charset="77"/>
              </a:defRPr>
            </a:lvl1pPr>
          </a:lstStyle>
          <a:p>
            <a:r>
              <a:rPr lang="en-US" b="0"/>
              <a:t>Text goes here.</a:t>
            </a:r>
            <a:endParaRPr lang="en-US"/>
          </a:p>
        </p:txBody>
      </p:sp>
      <p:sp>
        <p:nvSpPr>
          <p:cNvPr id="23" name="Text Placeholder 14">
            <a:extLst>
              <a:ext uri="{FF2B5EF4-FFF2-40B4-BE49-F238E27FC236}">
                <a16:creationId xmlns:a16="http://schemas.microsoft.com/office/drawing/2014/main" id="{BBA60829-5559-D3C2-DFCD-8A4CD34E1F39}"/>
              </a:ext>
            </a:extLst>
          </p:cNvPr>
          <p:cNvSpPr>
            <a:spLocks noGrp="1"/>
          </p:cNvSpPr>
          <p:nvPr>
            <p:ph type="body" sz="quarter" idx="27" hasCustomPrompt="1"/>
          </p:nvPr>
        </p:nvSpPr>
        <p:spPr>
          <a:xfrm>
            <a:off x="8291063" y="2643556"/>
            <a:ext cx="3520977" cy="464387"/>
          </a:xfrm>
        </p:spPr>
        <p:txBody>
          <a:bodyPr anchor="ctr">
            <a:noAutofit/>
          </a:bodyPr>
          <a:lstStyle>
            <a:lvl1pPr marL="0" indent="0" algn="ctr">
              <a:buFontTx/>
              <a:buNone/>
              <a:defRPr sz="1800" b="0" i="0" cap="all" spc="200" baseline="0">
                <a:latin typeface="Industry Demi" pitchFamily="2" charset="77"/>
              </a:defRPr>
            </a:lvl1pPr>
          </a:lstStyle>
          <a:p>
            <a:pPr lvl="0"/>
            <a:r>
              <a:rPr lang="en-US"/>
              <a:t>TITLE GOES HERE</a:t>
            </a:r>
          </a:p>
        </p:txBody>
      </p:sp>
    </p:spTree>
    <p:extLst>
      <p:ext uri="{BB962C8B-B14F-4D97-AF65-F5344CB8AC3E}">
        <p14:creationId xmlns:p14="http://schemas.microsoft.com/office/powerpoint/2010/main" val="27185342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allery 01 NP">
    <p:spTree>
      <p:nvGrpSpPr>
        <p:cNvPr id="1" name=""/>
        <p:cNvGrpSpPr/>
        <p:nvPr/>
      </p:nvGrpSpPr>
      <p:grpSpPr>
        <a:xfrm>
          <a:off x="0" y="0"/>
          <a:ext cx="0" cy="0"/>
          <a:chOff x="0" y="0"/>
          <a:chExt cx="0" cy="0"/>
        </a:xfrm>
      </p:grpSpPr>
      <p:sp>
        <p:nvSpPr>
          <p:cNvPr id="4" name="Picture Placeholder 4"/>
          <p:cNvSpPr>
            <a:spLocks noGrp="1"/>
          </p:cNvSpPr>
          <p:nvPr>
            <p:ph type="pic" sz="quarter" idx="20" hasCustomPrompt="1"/>
          </p:nvPr>
        </p:nvSpPr>
        <p:spPr>
          <a:xfrm>
            <a:off x="6089152"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5" name="Picture Placeholder 4"/>
          <p:cNvSpPr>
            <a:spLocks noGrp="1"/>
          </p:cNvSpPr>
          <p:nvPr>
            <p:ph type="pic" sz="quarter" idx="21" hasCustomPrompt="1"/>
          </p:nvPr>
        </p:nvSpPr>
        <p:spPr>
          <a:xfrm>
            <a:off x="9126866" y="4593775"/>
            <a:ext cx="3065134"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6" name="Picture Placeholder 4"/>
          <p:cNvSpPr>
            <a:spLocks noGrp="1"/>
          </p:cNvSpPr>
          <p:nvPr>
            <p:ph type="pic" sz="quarter" idx="18" hasCustomPrompt="1"/>
          </p:nvPr>
        </p:nvSpPr>
        <p:spPr>
          <a:xfrm>
            <a:off x="-1"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7" name="Picture Placeholder 4"/>
          <p:cNvSpPr>
            <a:spLocks noGrp="1"/>
          </p:cNvSpPr>
          <p:nvPr>
            <p:ph type="pic" sz="quarter" idx="19" hasCustomPrompt="1"/>
          </p:nvPr>
        </p:nvSpPr>
        <p:spPr>
          <a:xfrm>
            <a:off x="3044576" y="4593775"/>
            <a:ext cx="3044577" cy="2264226"/>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8" name="Picture Placeholder 4"/>
          <p:cNvSpPr>
            <a:spLocks noGrp="1"/>
          </p:cNvSpPr>
          <p:nvPr>
            <p:ph type="pic" sz="quarter" idx="10" hasCustomPrompt="1"/>
          </p:nvPr>
        </p:nvSpPr>
        <p:spPr>
          <a:xfrm>
            <a:off x="-1"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9" name="Picture Placeholder 4"/>
          <p:cNvSpPr>
            <a:spLocks noGrp="1"/>
          </p:cNvSpPr>
          <p:nvPr>
            <p:ph type="pic" sz="quarter" idx="11" hasCustomPrompt="1"/>
          </p:nvPr>
        </p:nvSpPr>
        <p:spPr>
          <a:xfrm>
            <a:off x="3044576"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0" name="Picture Placeholder 4"/>
          <p:cNvSpPr>
            <a:spLocks noGrp="1"/>
          </p:cNvSpPr>
          <p:nvPr>
            <p:ph type="pic" sz="quarter" idx="12" hasCustomPrompt="1"/>
          </p:nvPr>
        </p:nvSpPr>
        <p:spPr>
          <a:xfrm>
            <a:off x="6089152" y="0"/>
            <a:ext cx="3044577"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
        <p:nvSpPr>
          <p:cNvPr id="11" name="Picture Placeholder 4"/>
          <p:cNvSpPr>
            <a:spLocks noGrp="1"/>
          </p:cNvSpPr>
          <p:nvPr>
            <p:ph type="pic" sz="quarter" idx="13" hasCustomPrompt="1"/>
          </p:nvPr>
        </p:nvSpPr>
        <p:spPr>
          <a:xfrm>
            <a:off x="9126866" y="0"/>
            <a:ext cx="3065134" cy="2301411"/>
          </a:xfrm>
          <a:prstGeom prst="rect">
            <a:avLst/>
          </a:prstGeom>
          <a:pattFill prst="pct5">
            <a:fgClr>
              <a:schemeClr val="bg1">
                <a:lumMod val="75000"/>
              </a:schemeClr>
            </a:fgClr>
            <a:bgClr>
              <a:schemeClr val="bg1"/>
            </a:bgClr>
          </a:pattFill>
        </p:spPr>
        <p:txBody>
          <a:bodyPr anchor="ctr"/>
          <a:lstStyle>
            <a:lvl1pPr algn="ctr">
              <a:defRPr sz="1200" b="1" i="0">
                <a:latin typeface="Industry Demi" pitchFamily="2" charset="77"/>
              </a:defRPr>
            </a:lvl1pPr>
          </a:lstStyle>
          <a:p>
            <a:r>
              <a:rPr lang="en-US"/>
              <a:t>Drag and Drop image</a:t>
            </a:r>
          </a:p>
        </p:txBody>
      </p:sp>
    </p:spTree>
    <p:extLst>
      <p:ext uri="{BB962C8B-B14F-4D97-AF65-F5344CB8AC3E}">
        <p14:creationId xmlns:p14="http://schemas.microsoft.com/office/powerpoint/2010/main" val="28122584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hart 01">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FE7370C-522F-E4F8-3863-5002A1BF3CEC}"/>
              </a:ext>
            </a:extLst>
          </p:cNvPr>
          <p:cNvSpPr txBox="1">
            <a:spLocks/>
          </p:cNvSpPr>
          <p:nvPr userDrawn="1"/>
        </p:nvSpPr>
        <p:spPr>
          <a:xfrm>
            <a:off x="0" y="0"/>
            <a:ext cx="12192000"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7" name="Title 1">
            <a:extLst>
              <a:ext uri="{FF2B5EF4-FFF2-40B4-BE49-F238E27FC236}">
                <a16:creationId xmlns:a16="http://schemas.microsoft.com/office/drawing/2014/main" id="{27DE986A-EC8D-3769-393D-A18AED328C14}"/>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1" i="0" cap="all" baseline="0">
                <a:solidFill>
                  <a:schemeClr val="bg1"/>
                </a:solidFill>
                <a:latin typeface="Industry Demi" pitchFamily="2" charset="77"/>
              </a:defRPr>
            </a:lvl1pPr>
          </a:lstStyle>
          <a:p>
            <a:r>
              <a:rPr lang="en-US"/>
              <a:t>TITLE GOES HERE</a:t>
            </a:r>
          </a:p>
        </p:txBody>
      </p:sp>
      <p:pic>
        <p:nvPicPr>
          <p:cNvPr id="10" name="Picture 9">
            <a:extLst>
              <a:ext uri="{FF2B5EF4-FFF2-40B4-BE49-F238E27FC236}">
                <a16:creationId xmlns:a16="http://schemas.microsoft.com/office/drawing/2014/main" id="{33C7E087-51EC-C70E-B10A-F793267CB8C4}"/>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2601841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har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20C4-946E-C86C-065A-6F1AA06D1202}"/>
              </a:ext>
            </a:extLst>
          </p:cNvPr>
          <p:cNvSpPr txBox="1">
            <a:spLocks/>
          </p:cNvSpPr>
          <p:nvPr userDrawn="1"/>
        </p:nvSpPr>
        <p:spPr>
          <a:xfrm>
            <a:off x="0" y="0"/>
            <a:ext cx="12192000" cy="1258784"/>
          </a:xfrm>
          <a:prstGeom prst="rect">
            <a:avLst/>
          </a:prstGeom>
          <a:solidFill>
            <a:srgbClr val="00273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3600" b="1" i="0" u="sng">
              <a:ln w="18415" cmpd="sng">
                <a:noFill/>
                <a:prstDash val="solid"/>
              </a:ln>
              <a:solidFill>
                <a:srgbClr val="D1D5DB"/>
              </a:solidFill>
              <a:latin typeface="Industry Demi" pitchFamily="2" charset="77"/>
              <a:cs typeface="Arial Narrow"/>
            </a:endParaRPr>
          </a:p>
        </p:txBody>
      </p:sp>
      <p:sp>
        <p:nvSpPr>
          <p:cNvPr id="3" name="Title 1">
            <a:extLst>
              <a:ext uri="{FF2B5EF4-FFF2-40B4-BE49-F238E27FC236}">
                <a16:creationId xmlns:a16="http://schemas.microsoft.com/office/drawing/2014/main" id="{04819749-D85F-F632-B921-0A99FA8CE037}"/>
              </a:ext>
            </a:extLst>
          </p:cNvPr>
          <p:cNvSpPr>
            <a:spLocks noGrp="1"/>
          </p:cNvSpPr>
          <p:nvPr>
            <p:ph type="title" hasCustomPrompt="1"/>
          </p:nvPr>
        </p:nvSpPr>
        <p:spPr>
          <a:xfrm>
            <a:off x="950025" y="267424"/>
            <a:ext cx="10284031" cy="723936"/>
          </a:xfrm>
          <a:prstGeom prst="rect">
            <a:avLst/>
          </a:prstGeom>
        </p:spPr>
        <p:txBody>
          <a:bodyPr>
            <a:normAutofit/>
          </a:bodyPr>
          <a:lstStyle>
            <a:lvl1pPr>
              <a:defRPr sz="3600" b="1" i="0" cap="all" baseline="0">
                <a:solidFill>
                  <a:schemeClr val="bg1"/>
                </a:solidFill>
                <a:latin typeface="Industry Demi" pitchFamily="2" charset="77"/>
              </a:defRPr>
            </a:lvl1pPr>
          </a:lstStyle>
          <a:p>
            <a:r>
              <a:rPr lang="en-US"/>
              <a:t>TITLE GOES HERE</a:t>
            </a:r>
          </a:p>
        </p:txBody>
      </p:sp>
      <p:pic>
        <p:nvPicPr>
          <p:cNvPr id="7" name="Picture 6">
            <a:extLst>
              <a:ext uri="{FF2B5EF4-FFF2-40B4-BE49-F238E27FC236}">
                <a16:creationId xmlns:a16="http://schemas.microsoft.com/office/drawing/2014/main" id="{0ACFC770-291B-0F75-4090-A5ED6194B1C5}"/>
              </a:ext>
            </a:extLst>
          </p:cNvPr>
          <p:cNvPicPr>
            <a:picLocks noChangeAspect="1"/>
          </p:cNvPicPr>
          <p:nvPr userDrawn="1"/>
        </p:nvPicPr>
        <p:blipFill>
          <a:blip r:embed="rId2"/>
          <a:stretch>
            <a:fillRect/>
          </a:stretch>
        </p:blipFill>
        <p:spPr>
          <a:xfrm>
            <a:off x="10808368" y="5963198"/>
            <a:ext cx="914600" cy="480062"/>
          </a:xfrm>
          <a:prstGeom prst="rect">
            <a:avLst/>
          </a:prstGeom>
        </p:spPr>
      </p:pic>
    </p:spTree>
    <p:extLst>
      <p:ext uri="{BB962C8B-B14F-4D97-AF65-F5344CB8AC3E}">
        <p14:creationId xmlns:p14="http://schemas.microsoft.com/office/powerpoint/2010/main" val="13879709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4DA1AD-D600-2A4D-B3A7-FF0379A18085}" type="datetimeFigureOut">
              <a:rPr lang="en-US" smtClean="0"/>
              <a:t>8/14/2026</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FF4E7-FF14-B649-B22A-8DB1FE502AFA}" type="slidenum">
              <a:rPr lang="en-US" smtClean="0"/>
              <a:t>‹#›</a:t>
            </a:fld>
            <a:endParaRPr lang="en-US"/>
          </a:p>
        </p:txBody>
      </p:sp>
      <p:sp>
        <p:nvSpPr>
          <p:cNvPr id="7" name="Title Placeholder 6">
            <a:extLst>
              <a:ext uri="{FF2B5EF4-FFF2-40B4-BE49-F238E27FC236}">
                <a16:creationId xmlns:a16="http://schemas.microsoft.com/office/drawing/2014/main" id="{949A98A0-FFA7-0043-8C9A-4C3D8DA1BA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8" name="Footer Placeholder 7">
            <a:extLst>
              <a:ext uri="{FF2B5EF4-FFF2-40B4-BE49-F238E27FC236}">
                <a16:creationId xmlns:a16="http://schemas.microsoft.com/office/drawing/2014/main" id="{E93B8A16-3CB4-5A4E-A0E0-8261EE2050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96085954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38" r:id="rId13"/>
    <p:sldLayoutId id="2147483717" r:id="rId14"/>
    <p:sldLayoutId id="2147483739" r:id="rId15"/>
    <p:sldLayoutId id="2147483718" r:id="rId16"/>
    <p:sldLayoutId id="2147483740" r:id="rId17"/>
    <p:sldLayoutId id="2147483719" r:id="rId18"/>
    <p:sldLayoutId id="2147483741" r:id="rId19"/>
    <p:sldLayoutId id="2147483720" r:id="rId20"/>
    <p:sldLayoutId id="2147483742" r:id="rId21"/>
    <p:sldLayoutId id="2147483721" r:id="rId22"/>
    <p:sldLayoutId id="2147483743" r:id="rId23"/>
    <p:sldLayoutId id="2147483722" r:id="rId24"/>
    <p:sldLayoutId id="2147483744" r:id="rId25"/>
    <p:sldLayoutId id="2147483723" r:id="rId26"/>
    <p:sldLayoutId id="2147483745" r:id="rId27"/>
    <p:sldLayoutId id="2147483724" r:id="rId28"/>
    <p:sldLayoutId id="2147483746" r:id="rId29"/>
    <p:sldLayoutId id="2147483747" r:id="rId30"/>
    <p:sldLayoutId id="2147483726" r:id="rId31"/>
    <p:sldLayoutId id="2147483748" r:id="rId32"/>
    <p:sldLayoutId id="2147483727" r:id="rId33"/>
    <p:sldLayoutId id="2147483749" r:id="rId34"/>
    <p:sldLayoutId id="2147483728" r:id="rId35"/>
    <p:sldLayoutId id="2147483750" r:id="rId36"/>
    <p:sldLayoutId id="2147483729" r:id="rId37"/>
    <p:sldLayoutId id="2147483751" r:id="rId38"/>
    <p:sldLayoutId id="2147483730" r:id="rId39"/>
    <p:sldLayoutId id="2147483752" r:id="rId40"/>
    <p:sldLayoutId id="2147483731" r:id="rId41"/>
    <p:sldLayoutId id="2147483753" r:id="rId42"/>
    <p:sldLayoutId id="2147483732" r:id="rId43"/>
    <p:sldLayoutId id="2147483754" r:id="rId44"/>
    <p:sldLayoutId id="2147483733" r:id="rId45"/>
    <p:sldLayoutId id="2147483755" r:id="rId46"/>
    <p:sldLayoutId id="2147483734" r:id="rId47"/>
    <p:sldLayoutId id="2147483756" r:id="rId48"/>
    <p:sldLayoutId id="2147483735" r:id="rId49"/>
    <p:sldLayoutId id="2147483757" r:id="rId50"/>
    <p:sldLayoutId id="2147483736" r:id="rId51"/>
    <p:sldLayoutId id="2147483737" r:id="rId5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1600" kern="1200">
          <a:solidFill>
            <a:srgbClr val="00273C"/>
          </a:solidFill>
          <a:latin typeface="URW DIN" pitchFamily="2" charset="77"/>
          <a:ea typeface="+mn-ea"/>
          <a:cs typeface="+mn-cs"/>
        </a:defRPr>
      </a:lvl1pPr>
      <a:lvl2pPr marL="685800" indent="-228600" algn="l" defTabSz="914400" rtl="0" eaLnBrk="1" latinLnBrk="0" hangingPunct="1">
        <a:lnSpc>
          <a:spcPct val="90000"/>
        </a:lnSpc>
        <a:spcBef>
          <a:spcPts val="500"/>
        </a:spcBef>
        <a:buFont typeface="System Font Regular"/>
        <a:buChar char="-"/>
        <a:defRPr sz="1400" kern="1200">
          <a:solidFill>
            <a:srgbClr val="00273C"/>
          </a:solidFill>
          <a:latin typeface="URW DIN" pitchFamily="2"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200" kern="1200">
          <a:solidFill>
            <a:srgbClr val="00273C"/>
          </a:solidFill>
          <a:latin typeface="URW DIN" pitchFamily="2" charset="77"/>
          <a:ea typeface="+mn-ea"/>
          <a:cs typeface="+mn-cs"/>
        </a:defRPr>
      </a:lvl3pPr>
      <a:lvl4pPr marL="1600200" indent="-228600" algn="l" defTabSz="914400" rtl="0" eaLnBrk="1" latinLnBrk="0" hangingPunct="1">
        <a:lnSpc>
          <a:spcPct val="90000"/>
        </a:lnSpc>
        <a:spcBef>
          <a:spcPts val="500"/>
        </a:spcBef>
        <a:buFont typeface="Arial"/>
        <a:buChar char="•"/>
        <a:defRPr sz="1200" kern="1200">
          <a:solidFill>
            <a:srgbClr val="00273C"/>
          </a:solidFill>
          <a:latin typeface="URW DIN" pitchFamily="2" charset="77"/>
          <a:ea typeface="+mn-ea"/>
          <a:cs typeface="+mn-cs"/>
        </a:defRPr>
      </a:lvl4pPr>
      <a:lvl5pPr marL="2057400" indent="-228600" algn="l" defTabSz="914400" rtl="0" eaLnBrk="1" latinLnBrk="0" hangingPunct="1">
        <a:lnSpc>
          <a:spcPct val="90000"/>
        </a:lnSpc>
        <a:spcBef>
          <a:spcPts val="500"/>
        </a:spcBef>
        <a:buFont typeface="System Font Regular"/>
        <a:buChar char="-"/>
        <a:defRPr sz="1200" kern="1200">
          <a:solidFill>
            <a:srgbClr val="00273C"/>
          </a:solidFill>
          <a:latin typeface="URW DIN"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lang="en-US" sz="3200" b="1">
                <a:latin typeface="Industry Demi"/>
              </a:rPr>
              <a:t>COSENTIAL DATA QUALITY</a:t>
            </a:r>
            <a:endParaRPr lang="en-US"/>
          </a:p>
        </p:txBody>
      </p:sp>
      <p:sp>
        <p:nvSpPr>
          <p:cNvPr id="3" name="Subtitle 2"/>
          <p:cNvSpPr>
            <a:spLocks noGrp="1"/>
          </p:cNvSpPr>
          <p:nvPr>
            <p:ph type="subTitle" idx="1"/>
          </p:nvPr>
        </p:nvSpPr>
        <p:spPr/>
        <p:txBody>
          <a:bodyPr wrap="square"/>
          <a:lstStyle/>
          <a:p>
            <a:r>
              <a:rPr sz="1800">
                <a:latin typeface="Industry Demi"/>
              </a:rPr>
              <a:t>August 20, 2026</a:t>
            </a:r>
          </a:p>
        </p:txBody>
      </p:sp>
      <p:sp>
        <p:nvSpPr>
          <p:cNvPr id="4" name="Subtitle 2">
            <a:extLst>
              <a:ext uri="{FF2B5EF4-FFF2-40B4-BE49-F238E27FC236}">
                <a16:creationId xmlns:a16="http://schemas.microsoft.com/office/drawing/2014/main" id="{27F1EB54-0768-2F09-7639-16AE6FFDB308}"/>
              </a:ext>
            </a:extLst>
          </p:cNvPr>
          <p:cNvSpPr txBox="1">
            <a:spLocks/>
          </p:cNvSpPr>
          <p:nvPr/>
        </p:nvSpPr>
        <p:spPr>
          <a:xfrm>
            <a:off x="8115300" y="5570617"/>
            <a:ext cx="4476750" cy="628649"/>
          </a:xfrm>
          <a:prstGeom prst="rect">
            <a:avLst/>
          </a:prstGeom>
        </p:spPr>
        <p:txBody>
          <a:bodyPr vert="horz" wrap="square" lIns="91440" tIns="45720" rIns="91440" bIns="45720" rtlCol="0" anchor="ctr">
            <a:noAutofit/>
          </a:bodyPr>
          <a:lstStyle>
            <a:lvl1pPr marL="0" indent="0" algn="l" defTabSz="914400" rtl="0" eaLnBrk="1" latinLnBrk="0" hangingPunct="1">
              <a:lnSpc>
                <a:spcPct val="90000"/>
              </a:lnSpc>
              <a:spcBef>
                <a:spcPts val="1000"/>
              </a:spcBef>
              <a:buFont typeface="Arial"/>
              <a:buNone/>
              <a:defRPr sz="2800" b="0" i="0" kern="1200" cap="all" spc="300" baseline="0">
                <a:solidFill>
                  <a:schemeClr val="bg1"/>
                </a:solidFill>
                <a:latin typeface="Industry Demi" pitchFamily="2" charset="77"/>
                <a:ea typeface="+mn-ea"/>
                <a:cs typeface="+mn-cs"/>
              </a:defRPr>
            </a:lvl1pPr>
            <a:lvl2pPr marL="457200" indent="0" algn="ctr" defTabSz="914400" rtl="0" eaLnBrk="1" latinLnBrk="0" hangingPunct="1">
              <a:lnSpc>
                <a:spcPct val="90000"/>
              </a:lnSpc>
              <a:spcBef>
                <a:spcPts val="500"/>
              </a:spcBef>
              <a:buFont typeface="System Font Regular"/>
              <a:buNone/>
              <a:defRPr sz="2000" kern="1200">
                <a:solidFill>
                  <a:srgbClr val="00273C"/>
                </a:solidFill>
                <a:latin typeface="URW DIN" pitchFamily="2" charset="77"/>
                <a:ea typeface="+mn-ea"/>
                <a:cs typeface="+mn-cs"/>
              </a:defRPr>
            </a:lvl2pPr>
            <a:lvl3pPr marL="914400" indent="0" algn="ctr" defTabSz="914400" rtl="0" eaLnBrk="1" latinLnBrk="0" hangingPunct="1">
              <a:lnSpc>
                <a:spcPct val="90000"/>
              </a:lnSpc>
              <a:spcBef>
                <a:spcPts val="500"/>
              </a:spcBef>
              <a:buFont typeface="Wingdings" pitchFamily="2" charset="2"/>
              <a:buNone/>
              <a:defRPr sz="1800" kern="1200">
                <a:solidFill>
                  <a:srgbClr val="00273C"/>
                </a:solidFill>
                <a:latin typeface="URW DIN" pitchFamily="2" charset="77"/>
                <a:ea typeface="+mn-ea"/>
                <a:cs typeface="+mn-cs"/>
              </a:defRPr>
            </a:lvl3pPr>
            <a:lvl4pPr marL="1371600" indent="0" algn="ctr" defTabSz="914400" rtl="0" eaLnBrk="1" latinLnBrk="0" hangingPunct="1">
              <a:lnSpc>
                <a:spcPct val="90000"/>
              </a:lnSpc>
              <a:spcBef>
                <a:spcPts val="500"/>
              </a:spcBef>
              <a:buFont typeface="Arial"/>
              <a:buNone/>
              <a:defRPr sz="1600" kern="1200">
                <a:solidFill>
                  <a:srgbClr val="00273C"/>
                </a:solidFill>
                <a:latin typeface="URW DIN" pitchFamily="2" charset="77"/>
                <a:ea typeface="+mn-ea"/>
                <a:cs typeface="+mn-cs"/>
              </a:defRPr>
            </a:lvl4pPr>
            <a:lvl5pPr marL="1828800" indent="0" algn="ctr" defTabSz="914400" rtl="0" eaLnBrk="1" latinLnBrk="0" hangingPunct="1">
              <a:lnSpc>
                <a:spcPct val="90000"/>
              </a:lnSpc>
              <a:spcBef>
                <a:spcPts val="500"/>
              </a:spcBef>
              <a:buFont typeface="System Font Regular"/>
              <a:buNone/>
              <a:defRPr sz="1600" kern="1200">
                <a:solidFill>
                  <a:srgbClr val="00273C"/>
                </a:solidFill>
                <a:latin typeface="URW DIN" pitchFamily="2" charset="77"/>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sz="1400" u="sng"/>
              <a:t>Presented by:</a:t>
            </a:r>
          </a:p>
          <a:p>
            <a:r>
              <a:rPr lang="en-US" sz="1400"/>
              <a:t>Tushar</a:t>
            </a:r>
          </a:p>
          <a:p>
            <a:r>
              <a:rPr lang="en-US" sz="1400"/>
              <a:t>Data Science Intern</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wrap="square"/>
          <a:lstStyle/>
          <a:p>
            <a:r>
              <a:rPr lang="en-US" sz="2000"/>
              <a:t>The Blind Spot Nobody Was Watching</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b="1"/>
              <a:t>Why This Mattered</a:t>
            </a:r>
          </a:p>
        </p:txBody>
      </p:sp>
      <p:sp>
        <p:nvSpPr>
          <p:cNvPr id="3" name="Content Placeholder 2"/>
          <p:cNvSpPr>
            <a:spLocks noGrp="1"/>
          </p:cNvSpPr>
          <p:nvPr>
            <p:ph idx="1"/>
          </p:nvPr>
        </p:nvSpPr>
        <p:spPr/>
        <p:txBody>
          <a:bodyPr wrap="square"/>
          <a:lstStyle/>
          <a:p>
            <a:r>
              <a:rPr sz="1600"/>
              <a:t>The problem, before we started</a:t>
            </a:r>
          </a:p>
        </p:txBody>
      </p:sp>
      <p:sp>
        <p:nvSpPr>
          <p:cNvPr id="4" name="Content Placeholder 3"/>
          <p:cNvSpPr>
            <a:spLocks noGrp="1"/>
          </p:cNvSpPr>
          <p:nvPr>
            <p:ph sz="half" idx="11"/>
          </p:nvPr>
        </p:nvSpPr>
        <p:spPr/>
        <p:txBody>
          <a:bodyPr vert="horz" wrap="square" lIns="91440" tIns="45720" rIns="91440" bIns="45720" rtlCol="0" anchor="t">
            <a:noAutofit/>
          </a:bodyPr>
          <a:lstStyle/>
          <a:p>
            <a:r>
              <a:rPr lang="en-US" sz="1600">
                <a:latin typeface="URW DIN"/>
              </a:rPr>
              <a:t>Lack of Observability - Data</a:t>
            </a:r>
            <a:r>
              <a:rPr sz="1600">
                <a:latin typeface="URW DIN"/>
              </a:rPr>
              <a:t> issues</a:t>
            </a:r>
            <a:r>
              <a:rPr lang="en-US" sz="1600">
                <a:latin typeface="URW DIN"/>
              </a:rPr>
              <a:t> sat quietly in the dark</a:t>
            </a:r>
          </a:p>
          <a:p>
            <a:r>
              <a:rPr lang="en-US" sz="1600">
                <a:latin typeface="URW DIN"/>
              </a:rPr>
              <a:t>SMEs lacked</a:t>
            </a:r>
            <a:r>
              <a:rPr sz="1600">
                <a:latin typeface="URW DIN"/>
              </a:rPr>
              <a:t> visibility into their data</a:t>
            </a:r>
            <a:endParaRPr lang="en-US" sz="1600">
              <a:latin typeface="URW DIN"/>
            </a:endParaRPr>
          </a:p>
          <a:p>
            <a:r>
              <a:rPr lang="en-US" sz="1600"/>
              <a:t>Entries drifted from the approved list</a:t>
            </a:r>
            <a:endParaRPr sz="1600"/>
          </a:p>
          <a:p>
            <a:r>
              <a:rPr sz="1600">
                <a:latin typeface="URW DIN"/>
              </a:rPr>
              <a:t>Issues surfaced only after </a:t>
            </a:r>
            <a:r>
              <a:rPr lang="en-US" sz="1600">
                <a:latin typeface="URW DIN"/>
              </a:rPr>
              <a:t>issues observed – instead of being reactive, this is a proactive approach</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vert="horz" wrap="square" lIns="91440" tIns="45720" rIns="91440" bIns="45720" rtlCol="0" anchor="t">
            <a:noAutofit/>
          </a:bodyPr>
          <a:lstStyle/>
          <a:p>
            <a:r>
              <a:rPr sz="1600">
                <a:latin typeface="URW DIN"/>
              </a:rPr>
              <a:t>Automated checks </a:t>
            </a:r>
            <a:r>
              <a:rPr lang="en-US" sz="1600">
                <a:latin typeface="URW DIN"/>
              </a:rPr>
              <a:t>on a </a:t>
            </a:r>
            <a:r>
              <a:rPr lang="en-US" sz="1600">
                <a:latin typeface="urw din"/>
              </a:rPr>
              <a:t>regular, repeating pipeline schedule</a:t>
            </a:r>
            <a:endParaRPr sz="1600"/>
          </a:p>
          <a:p>
            <a:r>
              <a:rPr lang="en-US" sz="1600">
                <a:latin typeface="URW DIN"/>
              </a:rPr>
              <a:t>Bronze – checks whether data is refreshing properly</a:t>
            </a:r>
          </a:p>
          <a:p>
            <a:r>
              <a:rPr lang="en-US" sz="1600">
                <a:latin typeface="URW DIN"/>
              </a:rPr>
              <a:t>Gold – business rules</a:t>
            </a:r>
          </a:p>
          <a:p>
            <a:r>
              <a:rPr sz="1600">
                <a:latin typeface="URW DIN"/>
              </a:rPr>
              <a:t>Reviews completeness, accuracy, and consistency</a:t>
            </a:r>
          </a:p>
          <a:p>
            <a:r>
              <a:rPr sz="1600"/>
              <a:t>Routes findings toward the right owner</a:t>
            </a:r>
          </a:p>
        </p:txBody>
      </p:sp>
      <p:sp>
        <p:nvSpPr>
          <p:cNvPr id="3" name="Title 2"/>
          <p:cNvSpPr>
            <a:spLocks noGrp="1"/>
          </p:cNvSpPr>
          <p:nvPr>
            <p:ph type="title"/>
          </p:nvPr>
        </p:nvSpPr>
        <p:spPr/>
        <p:txBody>
          <a:bodyPr wrap="square"/>
          <a:lstStyle/>
          <a:p>
            <a:r>
              <a:rPr lang="en-US" sz="3200" b="1">
                <a:latin typeface="Industry Demi"/>
              </a:rPr>
              <a:t>TITLE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wrap="square"/>
          <a:lstStyle/>
          <a:p>
            <a:r>
              <a:rPr sz="1300"/>
              <a:t>Every corner of the pipeline, covered.</a:t>
            </a:r>
          </a:p>
        </p:txBody>
      </p:sp>
      <p:sp>
        <p:nvSpPr>
          <p:cNvPr id="3" name="Text Placeholder 2"/>
          <p:cNvSpPr>
            <a:spLocks noGrp="1"/>
          </p:cNvSpPr>
          <p:nvPr>
            <p:ph type="body" sz="quarter" idx="18"/>
          </p:nvPr>
        </p:nvSpPr>
        <p:spPr/>
        <p:txBody>
          <a:bodyPr wrap="square"/>
          <a:lstStyle/>
          <a:p>
            <a:r>
              <a:rPr sz="1600"/>
              <a:t>Tables Monitored</a:t>
            </a:r>
          </a:p>
        </p:txBody>
      </p:sp>
      <p:sp>
        <p:nvSpPr>
          <p:cNvPr id="4" name="Content Placeholder 3"/>
          <p:cNvSpPr>
            <a:spLocks noGrp="1"/>
          </p:cNvSpPr>
          <p:nvPr>
            <p:ph idx="19"/>
          </p:nvPr>
        </p:nvSpPr>
        <p:spPr/>
        <p:txBody>
          <a:bodyPr wrap="square"/>
          <a:lstStyle/>
          <a:p>
            <a:r>
              <a:rPr sz="1300"/>
              <a:t>Running continuously, watching for drift.</a:t>
            </a:r>
          </a:p>
        </p:txBody>
      </p:sp>
      <p:sp>
        <p:nvSpPr>
          <p:cNvPr id="5" name="Text Placeholder 4"/>
          <p:cNvSpPr>
            <a:spLocks noGrp="1"/>
          </p:cNvSpPr>
          <p:nvPr>
            <p:ph type="body" sz="quarter" idx="20"/>
          </p:nvPr>
        </p:nvSpPr>
        <p:spPr/>
        <p:txBody>
          <a:bodyPr wrap="square"/>
          <a:lstStyle/>
          <a:p>
            <a:r>
              <a:rPr sz="1600"/>
              <a:t>Automated Checks</a:t>
            </a:r>
          </a:p>
        </p:txBody>
      </p:sp>
      <p:sp>
        <p:nvSpPr>
          <p:cNvPr id="6" name="Content Placeholder 5"/>
          <p:cNvSpPr>
            <a:spLocks noGrp="1"/>
          </p:cNvSpPr>
          <p:nvPr>
            <p:ph idx="21"/>
          </p:nvPr>
        </p:nvSpPr>
        <p:spPr/>
        <p:txBody>
          <a:bodyPr wrap="square"/>
          <a:lstStyle/>
          <a:p>
            <a:r>
              <a:rPr sz="1300"/>
              <a:t>Catching outages within hours.</a:t>
            </a:r>
          </a:p>
        </p:txBody>
      </p:sp>
      <p:sp>
        <p:nvSpPr>
          <p:cNvPr id="7" name="Text Placeholder 6"/>
          <p:cNvSpPr>
            <a:spLocks noGrp="1"/>
          </p:cNvSpPr>
          <p:nvPr>
            <p:ph type="body" sz="quarter" idx="22"/>
          </p:nvPr>
        </p:nvSpPr>
        <p:spPr/>
        <p:txBody>
          <a:bodyPr wrap="square"/>
          <a:lstStyle/>
          <a:p>
            <a:r>
              <a:rPr sz="1600"/>
              <a:t>Source Feeds Watched</a:t>
            </a:r>
          </a:p>
        </p:txBody>
      </p:sp>
      <p:sp>
        <p:nvSpPr>
          <p:cNvPr id="8" name="Text Placeholder 7"/>
          <p:cNvSpPr>
            <a:spLocks noGrp="1"/>
          </p:cNvSpPr>
          <p:nvPr>
            <p:ph type="body" sz="quarter" idx="15"/>
          </p:nvPr>
        </p:nvSpPr>
        <p:spPr/>
        <p:txBody>
          <a:bodyPr wrap="square"/>
          <a:lstStyle/>
          <a:p>
            <a:r>
              <a:rPr sz="2600" b="1"/>
              <a:t>The Scale</a:t>
            </a:r>
          </a:p>
        </p:txBody>
      </p:sp>
      <p:sp>
        <p:nvSpPr>
          <p:cNvPr id="9" name="Text Placeholder 8"/>
          <p:cNvSpPr>
            <a:spLocks noGrp="1"/>
          </p:cNvSpPr>
          <p:nvPr>
            <p:ph type="body" sz="quarter" idx="23"/>
          </p:nvPr>
        </p:nvSpPr>
        <p:spPr/>
        <p:txBody>
          <a:bodyPr wrap="square"/>
          <a:lstStyle/>
          <a:p>
            <a:r>
              <a:rPr sz="4400" b="1"/>
              <a:t>23</a:t>
            </a:r>
          </a:p>
        </p:txBody>
      </p:sp>
      <p:sp>
        <p:nvSpPr>
          <p:cNvPr id="10" name="Text Placeholder 9"/>
          <p:cNvSpPr>
            <a:spLocks noGrp="1"/>
          </p:cNvSpPr>
          <p:nvPr>
            <p:ph type="body" sz="quarter" idx="24"/>
          </p:nvPr>
        </p:nvSpPr>
        <p:spPr/>
        <p:txBody>
          <a:bodyPr wrap="square"/>
          <a:lstStyle/>
          <a:p>
            <a:r>
              <a:rPr sz="4400" b="1"/>
              <a:t>211</a:t>
            </a:r>
          </a:p>
        </p:txBody>
      </p:sp>
      <p:sp>
        <p:nvSpPr>
          <p:cNvPr id="11" name="Text Placeholder 10"/>
          <p:cNvSpPr>
            <a:spLocks noGrp="1"/>
          </p:cNvSpPr>
          <p:nvPr>
            <p:ph type="body" sz="quarter" idx="25"/>
          </p:nvPr>
        </p:nvSpPr>
        <p:spPr/>
        <p:txBody>
          <a:bodyPr wrap="square"/>
          <a:lstStyle/>
          <a:p>
            <a:r>
              <a:rPr sz="4400" b="1"/>
              <a:t>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000" b="1"/>
              <a:t>Then We Found Something</a:t>
            </a:r>
          </a:p>
        </p:txBody>
      </p:sp>
      <p:sp>
        <p:nvSpPr>
          <p:cNvPr id="3" name="Content Placeholder 2"/>
          <p:cNvSpPr>
            <a:spLocks noGrp="1"/>
          </p:cNvSpPr>
          <p:nvPr>
            <p:ph idx="1"/>
          </p:nvPr>
        </p:nvSpPr>
        <p:spPr/>
        <p:txBody>
          <a:bodyPr wrap="square"/>
          <a:lstStyle/>
          <a:p>
            <a:r>
              <a:rPr lang="en-US" sz="1600"/>
              <a:t>Real Findings</a:t>
            </a:r>
            <a:endParaRPr sz="1600"/>
          </a:p>
        </p:txBody>
      </p:sp>
      <p:sp>
        <p:nvSpPr>
          <p:cNvPr id="4" name="Content Placeholder 3"/>
          <p:cNvSpPr>
            <a:spLocks noGrp="1"/>
          </p:cNvSpPr>
          <p:nvPr>
            <p:ph sz="half" idx="11"/>
          </p:nvPr>
        </p:nvSpPr>
        <p:spPr/>
        <p:txBody>
          <a:bodyPr wrap="square"/>
          <a:lstStyle/>
          <a:p>
            <a:r>
              <a:rPr sz="1600"/>
              <a:t>Many entries didn't match approved lists</a:t>
            </a:r>
          </a:p>
          <a:p>
            <a:r>
              <a:rPr sz="1600"/>
              <a:t>Market names often didn't match standards</a:t>
            </a:r>
          </a:p>
          <a:p>
            <a:r>
              <a:rPr sz="1600"/>
              <a:t>Office names also frequently mismatched</a:t>
            </a:r>
          </a:p>
          <a:p>
            <a:r>
              <a:rPr sz="1600"/>
              <a:t>Delivery methods didn't follow the standard</a:t>
            </a:r>
          </a:p>
          <a:p>
            <a:r>
              <a:rPr sz="1600"/>
              <a:t>Most records were missing an address</a:t>
            </a:r>
          </a:p>
          <a:p>
            <a:r>
              <a:rPr sz="1600"/>
              <a:t>Some opportunities had no location at all</a:t>
            </a:r>
          </a:p>
          <a:p>
            <a:r>
              <a:rPr sz="1600"/>
              <a:t>Duplicate approval records found on records</a:t>
            </a:r>
          </a:p>
          <a:p>
            <a:r>
              <a:rPr sz="1600"/>
              <a:t>Some listed contacts hadn't logged in years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wrap="square"/>
          <a:lstStyle/>
          <a:p>
            <a:r>
              <a:rPr sz="1500"/>
              <a:t>One real opportunity, flagged across </a:t>
            </a:r>
            <a:r>
              <a:rPr lang="en-US" sz="1500"/>
              <a:t>different</a:t>
            </a:r>
            <a:r>
              <a:rPr sz="1500"/>
              <a:t> checks at once all pointing back to the same record and the same owner. This is what the system surfaces automatically, every week, without anyone having to go looking for it.</a:t>
            </a:r>
          </a:p>
        </p:txBody>
      </p:sp>
      <p:sp>
        <p:nvSpPr>
          <p:cNvPr id="3" name="Text Placeholder 2"/>
          <p:cNvSpPr>
            <a:spLocks noGrp="1"/>
          </p:cNvSpPr>
          <p:nvPr>
            <p:ph type="body" sz="quarter" idx="15"/>
          </p:nvPr>
        </p:nvSpPr>
        <p:spPr/>
        <p:txBody>
          <a:bodyPr wrap="square"/>
          <a:lstStyle/>
          <a:p>
            <a:r>
              <a:rPr sz="2800" b="1"/>
              <a:t>A Real Example</a:t>
            </a:r>
          </a:p>
        </p:txBody>
      </p:sp>
      <p:sp>
        <p:nvSpPr>
          <p:cNvPr id="5" name="Content Placeholder 4"/>
          <p:cNvSpPr>
            <a:spLocks noGrp="1"/>
          </p:cNvSpPr>
          <p:nvPr>
            <p:ph idx="1"/>
          </p:nvPr>
        </p:nvSpPr>
        <p:spPr/>
        <p:txBody>
          <a:bodyPr wrap="square"/>
          <a:lstStyle/>
          <a:p>
            <a:r>
              <a:rPr sz="1500"/>
              <a:t>One flagged opportunity, one owner</a:t>
            </a:r>
          </a:p>
        </p:txBody>
      </p:sp>
      <p:pic>
        <p:nvPicPr>
          <p:cNvPr id="11" name="Picture 10">
            <a:extLst>
              <a:ext uri="{FF2B5EF4-FFF2-40B4-BE49-F238E27FC236}">
                <a16:creationId xmlns:a16="http://schemas.microsoft.com/office/drawing/2014/main" id="{9BA20C19-A869-216D-F51A-1F07AA38601A}"/>
              </a:ext>
            </a:extLst>
          </p:cNvPr>
          <p:cNvPicPr>
            <a:picLocks noChangeAspect="1"/>
          </p:cNvPicPr>
          <p:nvPr/>
        </p:nvPicPr>
        <p:blipFill>
          <a:blip r:embed="rId3"/>
          <a:stretch>
            <a:fillRect/>
          </a:stretch>
        </p:blipFill>
        <p:spPr>
          <a:xfrm>
            <a:off x="5327914" y="2235574"/>
            <a:ext cx="6717510" cy="1992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wrap="square"/>
          <a:lstStyle/>
          <a:p>
            <a:r>
              <a:rPr sz="1600"/>
              <a:t>Some record owners left the company</a:t>
            </a:r>
          </a:p>
          <a:p>
            <a:r>
              <a:rPr sz="1600"/>
              <a:t>One contact was last active in 2014</a:t>
            </a:r>
          </a:p>
          <a:p>
            <a:r>
              <a:rPr sz="1600"/>
              <a:t>Stale contacts complicate fixing issues</a:t>
            </a:r>
          </a:p>
          <a:p>
            <a:r>
              <a:rPr sz="1600"/>
              <a:t>Most flagged records still find an owner</a:t>
            </a:r>
          </a:p>
          <a:p>
            <a:r>
              <a:rPr sz="1600"/>
              <a:t>Nearly all issues route successfully today</a:t>
            </a:r>
          </a:p>
          <a:p>
            <a:r>
              <a:rPr sz="1600"/>
              <a:t>A small share still need manual follow-up</a:t>
            </a:r>
          </a:p>
          <a:p>
            <a:r>
              <a:rPr sz="1600"/>
              <a:t>We're closing that gap over time</a:t>
            </a:r>
          </a:p>
        </p:txBody>
      </p:sp>
      <p:sp>
        <p:nvSpPr>
          <p:cNvPr id="3" name="Title 2"/>
          <p:cNvSpPr>
            <a:spLocks noGrp="1"/>
          </p:cNvSpPr>
          <p:nvPr>
            <p:ph type="title"/>
          </p:nvPr>
        </p:nvSpPr>
        <p:spPr/>
        <p:txBody>
          <a:bodyPr wrap="square"/>
          <a:lstStyle/>
          <a:p>
            <a:r>
              <a:rPr sz="3000" b="1"/>
              <a:t>Why Ownership Gets Tricky</a:t>
            </a:r>
          </a:p>
        </p:txBody>
      </p:sp>
      <p:sp>
        <p:nvSpPr>
          <p:cNvPr id="4" name="Content Placeholder 3"/>
          <p:cNvSpPr>
            <a:spLocks noGrp="1"/>
          </p:cNvSpPr>
          <p:nvPr>
            <p:ph idx="1"/>
          </p:nvPr>
        </p:nvSpPr>
        <p:spPr/>
        <p:txBody>
          <a:bodyPr wrap="square"/>
          <a:lstStyle/>
          <a:p>
            <a:r>
              <a:rPr sz="1600"/>
              <a:t>Closing the loop isn't always simple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wrap="square"/>
          <a:lstStyle/>
          <a:p>
            <a:r>
              <a:rPr sz="2000"/>
              <a:t>Where This Goes 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a:xfrm>
            <a:off x="294928" y="2217905"/>
            <a:ext cx="4417660" cy="2745708"/>
          </a:xfrm>
        </p:spPr>
        <p:txBody>
          <a:bodyPr wrap="square"/>
          <a:lstStyle/>
          <a:p>
            <a:r>
              <a:rPr sz="1500"/>
              <a:t>Every week, a plain-language email lands in the right inboxes: how many records are flagged, the highest-priority issues on active deals, and for each recipient a short, personal list of exactly what to fix. </a:t>
            </a:r>
          </a:p>
        </p:txBody>
      </p:sp>
      <p:sp>
        <p:nvSpPr>
          <p:cNvPr id="3" name="Text Placeholder 2"/>
          <p:cNvSpPr>
            <a:spLocks noGrp="1"/>
          </p:cNvSpPr>
          <p:nvPr>
            <p:ph type="body" sz="quarter" idx="15"/>
          </p:nvPr>
        </p:nvSpPr>
        <p:spPr>
          <a:xfrm>
            <a:off x="294927" y="1308084"/>
            <a:ext cx="4417660" cy="800339"/>
          </a:xfrm>
        </p:spPr>
        <p:txBody>
          <a:bodyPr wrap="square"/>
          <a:lstStyle/>
          <a:p>
            <a:r>
              <a:rPr sz="2800" b="1"/>
              <a:t>The Weekly Digest</a:t>
            </a:r>
          </a:p>
        </p:txBody>
      </p:sp>
      <p:pic>
        <p:nvPicPr>
          <p:cNvPr id="6" name="Picture 5">
            <a:extLst>
              <a:ext uri="{FF2B5EF4-FFF2-40B4-BE49-F238E27FC236}">
                <a16:creationId xmlns:a16="http://schemas.microsoft.com/office/drawing/2014/main" id="{F3293644-224A-97DA-3D6B-35A2CBBB8B33}"/>
              </a:ext>
            </a:extLst>
          </p:cNvPr>
          <p:cNvPicPr>
            <a:picLocks noChangeAspect="1"/>
          </p:cNvPicPr>
          <p:nvPr/>
        </p:nvPicPr>
        <p:blipFill>
          <a:blip r:embed="rId3"/>
          <a:stretch>
            <a:fillRect/>
          </a:stretch>
        </p:blipFill>
        <p:spPr>
          <a:xfrm>
            <a:off x="4721867" y="1059060"/>
            <a:ext cx="7175206" cy="4244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000" b="1"/>
              <a:t>Personalized, Not Generic</a:t>
            </a:r>
          </a:p>
        </p:txBody>
      </p:sp>
      <p:sp>
        <p:nvSpPr>
          <p:cNvPr id="3" name="Content Placeholder 2"/>
          <p:cNvSpPr>
            <a:spLocks noGrp="1"/>
          </p:cNvSpPr>
          <p:nvPr>
            <p:ph idx="1"/>
          </p:nvPr>
        </p:nvSpPr>
        <p:spPr/>
        <p:txBody>
          <a:bodyPr wrap="square"/>
          <a:lstStyle/>
          <a:p>
            <a:r>
              <a:rPr sz="1600"/>
              <a:t>Every recipient gets their own version</a:t>
            </a:r>
          </a:p>
        </p:txBody>
      </p:sp>
      <p:sp>
        <p:nvSpPr>
          <p:cNvPr id="4" name="Content Placeholder 3"/>
          <p:cNvSpPr>
            <a:spLocks noGrp="1"/>
          </p:cNvSpPr>
          <p:nvPr>
            <p:ph sz="half" idx="11"/>
          </p:nvPr>
        </p:nvSpPr>
        <p:spPr/>
        <p:txBody>
          <a:bodyPr wrap="square"/>
          <a:lstStyle/>
          <a:p>
            <a:r>
              <a:rPr sz="1600"/>
              <a:t>Each recipient gets their own summary</a:t>
            </a:r>
          </a:p>
          <a:p>
            <a:r>
              <a:rPr sz="1600"/>
              <a:t>Plain-language explanation of what's wrong</a:t>
            </a:r>
          </a:p>
          <a:p>
            <a:r>
              <a:rPr sz="1600"/>
              <a:t>Clear list of what to fix</a:t>
            </a:r>
          </a:p>
          <a:p>
            <a:r>
              <a:rPr sz="1600"/>
              <a:t>Delivered automatically, every single week</a:t>
            </a:r>
          </a:p>
          <a:p>
            <a:r>
              <a:rPr sz="1600"/>
              <a:t>Turns data into direct action</a:t>
            </a:r>
          </a:p>
        </p:txBody>
      </p:sp>
      <p:pic>
        <p:nvPicPr>
          <p:cNvPr id="5" name="Picture 4">
            <a:extLst>
              <a:ext uri="{FF2B5EF4-FFF2-40B4-BE49-F238E27FC236}">
                <a16:creationId xmlns:a16="http://schemas.microsoft.com/office/drawing/2014/main" id="{DF989C8B-FEAA-E295-C4E4-1A42DA78F9B8}"/>
              </a:ext>
            </a:extLst>
          </p:cNvPr>
          <p:cNvPicPr>
            <a:picLocks noChangeAspect="1"/>
          </p:cNvPicPr>
          <p:nvPr/>
        </p:nvPicPr>
        <p:blipFill>
          <a:blip r:embed="rId3"/>
          <a:stretch>
            <a:fillRect/>
          </a:stretch>
        </p:blipFill>
        <p:spPr>
          <a:xfrm>
            <a:off x="5501590" y="2912240"/>
            <a:ext cx="6426363" cy="15254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wrap="square"/>
          <a:lstStyle/>
          <a:p>
            <a:r>
              <a:rPr sz="1500"/>
              <a:t>Beyond the weekly email, a live dashboard shows overall data health at a glance: which tables are freshest, which checks are struggling, and who's carrying the most flagged records. It updates continuously, so anyone can check in anytime.</a:t>
            </a:r>
          </a:p>
        </p:txBody>
      </p:sp>
      <p:sp>
        <p:nvSpPr>
          <p:cNvPr id="3" name="Text Placeholder 2"/>
          <p:cNvSpPr>
            <a:spLocks noGrp="1"/>
          </p:cNvSpPr>
          <p:nvPr>
            <p:ph type="body" sz="quarter" idx="15"/>
          </p:nvPr>
        </p:nvSpPr>
        <p:spPr/>
        <p:txBody>
          <a:bodyPr wrap="square"/>
          <a:lstStyle/>
          <a:p>
            <a:r>
              <a:rPr sz="2800" b="1"/>
              <a:t>The Dashboard</a:t>
            </a:r>
          </a:p>
        </p:txBody>
      </p:sp>
      <p:sp>
        <p:nvSpPr>
          <p:cNvPr id="5" name="Content Placeholder 4"/>
          <p:cNvSpPr>
            <a:spLocks noGrp="1"/>
          </p:cNvSpPr>
          <p:nvPr>
            <p:ph idx="1"/>
          </p:nvPr>
        </p:nvSpPr>
        <p:spPr/>
        <p:txBody>
          <a:bodyPr wrap="square"/>
          <a:lstStyle/>
          <a:p>
            <a:r>
              <a:rPr sz="1500"/>
              <a:t>For anyone who wants to look deeper</a:t>
            </a:r>
          </a:p>
        </p:txBody>
      </p:sp>
      <p:pic>
        <p:nvPicPr>
          <p:cNvPr id="7" name="Picture 6">
            <a:extLst>
              <a:ext uri="{FF2B5EF4-FFF2-40B4-BE49-F238E27FC236}">
                <a16:creationId xmlns:a16="http://schemas.microsoft.com/office/drawing/2014/main" id="{1470A6C8-7662-DAB0-2AB7-9663ADA7F2BE}"/>
              </a:ext>
            </a:extLst>
          </p:cNvPr>
          <p:cNvPicPr>
            <a:picLocks noChangeAspect="1"/>
          </p:cNvPicPr>
          <p:nvPr/>
        </p:nvPicPr>
        <p:blipFill>
          <a:blip r:embed="rId3"/>
          <a:stretch>
            <a:fillRect/>
          </a:stretch>
        </p:blipFill>
        <p:spPr>
          <a:xfrm>
            <a:off x="6290755" y="355710"/>
            <a:ext cx="5261176" cy="2745708"/>
          </a:xfrm>
          <a:prstGeom prst="rect">
            <a:avLst/>
          </a:prstGeom>
        </p:spPr>
      </p:pic>
      <p:pic>
        <p:nvPicPr>
          <p:cNvPr id="9" name="Picture 8">
            <a:extLst>
              <a:ext uri="{FF2B5EF4-FFF2-40B4-BE49-F238E27FC236}">
                <a16:creationId xmlns:a16="http://schemas.microsoft.com/office/drawing/2014/main" id="{CF07287C-C2C1-7AD5-9A88-133EACF3785C}"/>
              </a:ext>
            </a:extLst>
          </p:cNvPr>
          <p:cNvPicPr>
            <a:picLocks noChangeAspect="1"/>
          </p:cNvPicPr>
          <p:nvPr/>
        </p:nvPicPr>
        <p:blipFill>
          <a:blip r:embed="rId4"/>
          <a:stretch>
            <a:fillRect/>
          </a:stretch>
        </p:blipFill>
        <p:spPr>
          <a:xfrm>
            <a:off x="6390166" y="3253563"/>
            <a:ext cx="5161765" cy="29384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wrap="square"/>
          <a:lstStyle/>
          <a:p>
            <a:r>
              <a:rPr lang="en-US" sz="1600"/>
              <a:t>Dashboard and digest are just chapter one</a:t>
            </a:r>
          </a:p>
          <a:p>
            <a:pPr lvl="0"/>
            <a:r>
              <a:rPr lang="en-US" sz="1600"/>
              <a:t>Same data already supports deeper reporting</a:t>
            </a:r>
          </a:p>
          <a:p>
            <a:pPr lvl="0"/>
            <a:r>
              <a:rPr lang="en-US" sz="1600"/>
              <a:t>Power BI could layer on today</a:t>
            </a:r>
          </a:p>
          <a:p>
            <a:pPr lvl="0"/>
            <a:r>
              <a:rPr lang="en-US" sz="1600"/>
              <a:t>No new pipeline work required</a:t>
            </a:r>
          </a:p>
          <a:p>
            <a:pPr lvl="0"/>
            <a:r>
              <a:rPr lang="en-US" sz="1600"/>
              <a:t>Self-serve drill-down for any team</a:t>
            </a:r>
          </a:p>
          <a:p>
            <a:pPr lvl="0"/>
            <a:r>
              <a:rPr lang="en-US" sz="1600"/>
              <a:t>More products can build on this foundation</a:t>
            </a:r>
          </a:p>
        </p:txBody>
      </p:sp>
      <p:sp>
        <p:nvSpPr>
          <p:cNvPr id="3" name="Title 2"/>
          <p:cNvSpPr>
            <a:spLocks noGrp="1"/>
          </p:cNvSpPr>
          <p:nvPr>
            <p:ph type="title"/>
          </p:nvPr>
        </p:nvSpPr>
        <p:spPr/>
        <p:txBody>
          <a:bodyPr wrap="square">
            <a:normAutofit/>
          </a:bodyPr>
          <a:lstStyle/>
          <a:p>
            <a:r>
              <a:rPr lang="en-US" sz="2800" b="1"/>
              <a:t>There's More Than Dashboard and Digest</a:t>
            </a:r>
            <a:endParaRPr sz="2800" b="1"/>
          </a:p>
        </p:txBody>
      </p:sp>
      <p:sp>
        <p:nvSpPr>
          <p:cNvPr id="4" name="Content Placeholder 3"/>
          <p:cNvSpPr>
            <a:spLocks noGrp="1"/>
          </p:cNvSpPr>
          <p:nvPr>
            <p:ph idx="1"/>
          </p:nvPr>
        </p:nvSpPr>
        <p:spPr/>
        <p:txBody>
          <a:bodyPr wrap="square"/>
          <a:lstStyle/>
          <a:p>
            <a:r>
              <a:rPr lang="en-US" sz="1600"/>
              <a:t>A glimpse of what's possible</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US" sz="3200" b="1"/>
              <a:t>Who Gets </a:t>
            </a:r>
            <a:r>
              <a:rPr sz="3200" b="1"/>
              <a:t>What</a:t>
            </a:r>
          </a:p>
        </p:txBody>
      </p:sp>
      <p:sp>
        <p:nvSpPr>
          <p:cNvPr id="3" name="Content Placeholder 2"/>
          <p:cNvSpPr>
            <a:spLocks noGrp="1"/>
          </p:cNvSpPr>
          <p:nvPr>
            <p:ph idx="1"/>
          </p:nvPr>
        </p:nvSpPr>
        <p:spPr/>
        <p:txBody>
          <a:bodyPr wrap="square"/>
          <a:lstStyle/>
          <a:p>
            <a:r>
              <a:rPr lang="en-US" sz="1600"/>
              <a:t>Right message, right person, every time</a:t>
            </a:r>
            <a:endParaRPr sz="1600"/>
          </a:p>
        </p:txBody>
      </p:sp>
      <p:sp>
        <p:nvSpPr>
          <p:cNvPr id="4" name="Content Placeholder 3"/>
          <p:cNvSpPr>
            <a:spLocks noGrp="1"/>
          </p:cNvSpPr>
          <p:nvPr>
            <p:ph sz="half" idx="11"/>
          </p:nvPr>
        </p:nvSpPr>
        <p:spPr/>
        <p:txBody>
          <a:bodyPr vert="horz" wrap="square" lIns="91440" tIns="45720" rIns="91440" bIns="45720" rtlCol="0" anchor="t">
            <a:noAutofit/>
          </a:bodyPr>
          <a:lstStyle/>
          <a:p>
            <a:r>
              <a:rPr lang="en-US" sz="1600"/>
              <a:t>Think of it like a company memo</a:t>
            </a:r>
          </a:p>
          <a:p>
            <a:r>
              <a:rPr lang="en-US" sz="1600"/>
              <a:t>Stakeholders </a:t>
            </a:r>
            <a:r>
              <a:rPr sz="1600"/>
              <a:t>see everything, every week</a:t>
            </a:r>
          </a:p>
          <a:p>
            <a:pPr lvl="0"/>
            <a:r>
              <a:rPr lang="en-US" sz="1600"/>
              <a:t>Owners get their own personal list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1"/>
          </p:nvPr>
        </p:nvSpPr>
        <p:spPr/>
        <p:txBody>
          <a:bodyPr wrap="square"/>
          <a:lstStyle/>
          <a:p>
            <a:r>
              <a:rPr sz="1600"/>
              <a:t>This found real problems in one pipeline</a:t>
            </a:r>
          </a:p>
          <a:p>
            <a:r>
              <a:rPr sz="1600"/>
              <a:t>Every pipeline has its own blind spots</a:t>
            </a:r>
          </a:p>
          <a:p>
            <a:r>
              <a:rPr sz="1600"/>
              <a:t>The same approach can apply elsewhere</a:t>
            </a:r>
          </a:p>
          <a:p>
            <a:r>
              <a:rPr sz="1600"/>
              <a:t>SAP, WinEst, and others are candidates</a:t>
            </a:r>
          </a:p>
          <a:p>
            <a:r>
              <a:rPr sz="1600"/>
              <a:t>We're already testing this on FileMaker</a:t>
            </a:r>
          </a:p>
          <a:p>
            <a:r>
              <a:rPr sz="1600"/>
              <a:t>Curiosity is the first step forward</a:t>
            </a:r>
          </a:p>
        </p:txBody>
      </p:sp>
      <p:sp>
        <p:nvSpPr>
          <p:cNvPr id="3" name="Title 2"/>
          <p:cNvSpPr>
            <a:spLocks noGrp="1"/>
          </p:cNvSpPr>
          <p:nvPr>
            <p:ph type="title"/>
          </p:nvPr>
        </p:nvSpPr>
        <p:spPr/>
        <p:txBody>
          <a:bodyPr wrap="square">
            <a:normAutofit/>
          </a:bodyPr>
          <a:lstStyle/>
          <a:p>
            <a:r>
              <a:rPr lang="en-US" sz="2800" b="1"/>
              <a:t>Where's the Next Blind Spot?</a:t>
            </a:r>
            <a:endParaRPr sz="2800" b="1"/>
          </a:p>
        </p:txBody>
      </p:sp>
      <p:sp>
        <p:nvSpPr>
          <p:cNvPr id="4" name="Content Placeholder 3"/>
          <p:cNvSpPr>
            <a:spLocks noGrp="1"/>
          </p:cNvSpPr>
          <p:nvPr>
            <p:ph idx="1"/>
          </p:nvPr>
        </p:nvSpPr>
        <p:spPr/>
        <p:txBody>
          <a:bodyPr wrap="square"/>
          <a:lstStyle/>
          <a:p>
            <a:r>
              <a:rPr lang="en-US" sz="1600"/>
              <a:t>A framework waiting for its next pipeline</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000" b="1"/>
              <a:t>Built to Be Reused</a:t>
            </a:r>
          </a:p>
        </p:txBody>
      </p:sp>
      <p:sp>
        <p:nvSpPr>
          <p:cNvPr id="3" name="Content Placeholder 2"/>
          <p:cNvSpPr>
            <a:spLocks noGrp="1"/>
          </p:cNvSpPr>
          <p:nvPr>
            <p:ph idx="1"/>
          </p:nvPr>
        </p:nvSpPr>
        <p:spPr/>
        <p:txBody>
          <a:bodyPr wrap="square"/>
          <a:lstStyle/>
          <a:p>
            <a:r>
              <a:rPr lang="en-US" sz="1600"/>
              <a:t>A head start for every next pipeline</a:t>
            </a:r>
            <a:endParaRPr sz="1600"/>
          </a:p>
        </p:txBody>
      </p:sp>
      <p:sp>
        <p:nvSpPr>
          <p:cNvPr id="4" name="Content Placeholder 3"/>
          <p:cNvSpPr>
            <a:spLocks noGrp="1"/>
          </p:cNvSpPr>
          <p:nvPr>
            <p:ph sz="half" idx="11"/>
          </p:nvPr>
        </p:nvSpPr>
        <p:spPr/>
        <p:txBody>
          <a:bodyPr vert="horz" wrap="square" lIns="91440" tIns="45720" rIns="91440" bIns="45720" rtlCol="0" anchor="t">
            <a:noAutofit/>
          </a:bodyPr>
          <a:lstStyle/>
          <a:p>
            <a:r>
              <a:rPr lang="en-US" sz="1600"/>
              <a:t>Rules live outside the code itself</a:t>
            </a:r>
          </a:p>
          <a:p>
            <a:r>
              <a:rPr lang="en-US" sz="1600"/>
              <a:t>Business reviewers can propose changes too</a:t>
            </a:r>
          </a:p>
          <a:p>
            <a:pPr lvl="0"/>
            <a:r>
              <a:rPr lang="en-US" sz="1600"/>
              <a:t>The DQX AI-profiler suggests new rules</a:t>
            </a:r>
          </a:p>
          <a:p>
            <a:pPr lvl="0"/>
            <a:r>
              <a:rPr lang="en-US" sz="1600"/>
              <a:t>Example: FileMaker only needed new rules</a:t>
            </a:r>
          </a:p>
          <a:p>
            <a:r>
              <a:rPr lang="en-US" sz="1600">
                <a:latin typeface="URW DIN"/>
              </a:rPr>
              <a:t>One framework, reused again and again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3200" b="1"/>
              <a:t>What's Next</a:t>
            </a:r>
          </a:p>
        </p:txBody>
      </p:sp>
      <p:sp>
        <p:nvSpPr>
          <p:cNvPr id="3" name="Content Placeholder 2"/>
          <p:cNvSpPr>
            <a:spLocks noGrp="1"/>
          </p:cNvSpPr>
          <p:nvPr>
            <p:ph idx="1"/>
          </p:nvPr>
        </p:nvSpPr>
        <p:spPr/>
        <p:txBody>
          <a:bodyPr wrap="square"/>
          <a:lstStyle/>
          <a:p>
            <a:r>
              <a:rPr sz="1600"/>
              <a:t>The roadmap from here</a:t>
            </a:r>
          </a:p>
        </p:txBody>
      </p:sp>
      <p:sp>
        <p:nvSpPr>
          <p:cNvPr id="4" name="Content Placeholder 3"/>
          <p:cNvSpPr>
            <a:spLocks noGrp="1"/>
          </p:cNvSpPr>
          <p:nvPr>
            <p:ph sz="half" idx="11"/>
          </p:nvPr>
        </p:nvSpPr>
        <p:spPr/>
        <p:txBody>
          <a:bodyPr wrap="square"/>
          <a:lstStyle/>
          <a:p>
            <a:r>
              <a:rPr sz="1600"/>
              <a:t>Finish rolling out the weekly digest</a:t>
            </a:r>
          </a:p>
          <a:p>
            <a:r>
              <a:rPr sz="1600"/>
              <a:t>Extend the same pattern to FileMaker</a:t>
            </a:r>
          </a:p>
          <a:p>
            <a:r>
              <a:rPr sz="1600"/>
              <a:t>Build out the Power BI layer</a:t>
            </a:r>
          </a:p>
          <a:p>
            <a:r>
              <a:rPr sz="1600"/>
              <a:t>Continue closing the ownership gap</a:t>
            </a:r>
          </a:p>
          <a:p>
            <a:r>
              <a:rPr sz="1600"/>
              <a:t>Bring more pipelines into the fold</a:t>
            </a:r>
          </a:p>
          <a:p>
            <a:r>
              <a:rPr sz="1600"/>
              <a:t>Keep leadership updated on progress</a:t>
            </a:r>
          </a:p>
          <a:p>
            <a:r>
              <a:rPr sz="1600"/>
              <a:t>Grow this into a shared standard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rPr sz="3600" b="1"/>
              <a:t>THANK YOU</a:t>
            </a:r>
          </a:p>
        </p:txBody>
      </p:sp>
      <p:sp>
        <p:nvSpPr>
          <p:cNvPr id="3" name="Subtitle 2"/>
          <p:cNvSpPr>
            <a:spLocks noGrp="1"/>
          </p:cNvSpPr>
          <p:nvPr>
            <p:ph type="subTitle" idx="1"/>
          </p:nvPr>
        </p:nvSpPr>
        <p:spPr/>
        <p:txBody>
          <a:bodyPr wrap="square"/>
          <a:lstStyle/>
          <a:p>
            <a:r>
              <a:rPr sz="2000"/>
              <a:t>Questions and Discussion</a:t>
            </a:r>
          </a:p>
        </p:txBody>
      </p:sp>
    </p:spTree>
  </p:cSld>
  <p:clrMapOvr>
    <a:masterClrMapping/>
  </p:clrMapOvr>
</p:sld>
</file>

<file path=ppt/theme/theme1.xml><?xml version="1.0" encoding="utf-8"?>
<a:theme xmlns:a="http://schemas.openxmlformats.org/drawingml/2006/main" name="BartonMalow">
  <a:themeElements>
    <a:clrScheme name="Barton Malow">
      <a:dk1>
        <a:srgbClr val="00263A"/>
      </a:dk1>
      <a:lt1>
        <a:sysClr val="window" lastClr="FFFFFF"/>
      </a:lt1>
      <a:dk2>
        <a:srgbClr val="323F52"/>
      </a:dk2>
      <a:lt2>
        <a:srgbClr val="A5BAC9"/>
      </a:lt2>
      <a:accent1>
        <a:srgbClr val="E35205"/>
      </a:accent1>
      <a:accent2>
        <a:srgbClr val="4F758B"/>
      </a:accent2>
      <a:accent3>
        <a:srgbClr val="A5BAC9"/>
      </a:accent3>
      <a:accent4>
        <a:srgbClr val="7A97AB"/>
      </a:accent4>
      <a:accent5>
        <a:srgbClr val="E35205"/>
      </a:accent5>
      <a:accent6>
        <a:srgbClr val="FFB71B"/>
      </a:accent6>
      <a:hlink>
        <a:srgbClr val="4F758B"/>
      </a:hlink>
      <a:folHlink>
        <a:srgbClr val="E35205"/>
      </a:folHlink>
    </a:clrScheme>
    <a:fontScheme name="Barton Malow">
      <a:majorFont>
        <a:latin typeface="Industry Black"/>
        <a:ea typeface=""/>
        <a:cs typeface=""/>
      </a:majorFont>
      <a:minorFont>
        <a:latin typeface="URW D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rtonMalow" id="{0EEA8798-199B-9140-85CA-40C70AFD0817}" vid="{C0D7D0DA-AF77-F147-B41D-DD03D0166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D3A9BE93D35645BE04F7A2513958FB" ma:contentTypeVersion="20" ma:contentTypeDescription="Create a new document." ma:contentTypeScope="" ma:versionID="902b2340c5a78c8d3c037317c8907abc">
  <xsd:schema xmlns:xsd="http://www.w3.org/2001/XMLSchema" xmlns:xs="http://www.w3.org/2001/XMLSchema" xmlns:p="http://schemas.microsoft.com/office/2006/metadata/properties" xmlns:ns2="6cca50a7-da5b-4504-a62f-95223fbef49d" xmlns:ns3="3bba4521-6111-4c4d-9664-61dee6066d27" targetNamespace="http://schemas.microsoft.com/office/2006/metadata/properties" ma:root="true" ma:fieldsID="54a6a1db33f14bd70c4e1a0d668ef0fe" ns2:_="" ns3:_="">
    <xsd:import namespace="6cca50a7-da5b-4504-a62f-95223fbef49d"/>
    <xsd:import namespace="3bba4521-6111-4c4d-9664-61dee6066d2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ca50a7-da5b-4504-a62f-95223fbef4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1ef2578-12ff-4aaa-9e9c-3e573df23e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Status" ma:index="27" nillable="true" ma:displayName="Status" ma:default="Not Started" ma:description="Indicates the status Data Governance Framework policies, standards, and processes." ma:format="Dropdown" ma:internalName="Status">
      <xsd:simpleType>
        <xsd:restriction base="dms:Choice">
          <xsd:enumeration value="In-Progress"/>
          <xsd:enumeration value="Complete"/>
          <xsd:enumeration value="Not Started"/>
        </xsd:restriction>
      </xsd:simpleType>
    </xsd:element>
  </xsd:schema>
  <xsd:schema xmlns:xsd="http://www.w3.org/2001/XMLSchema" xmlns:xs="http://www.w3.org/2001/XMLSchema" xmlns:dms="http://schemas.microsoft.com/office/2006/documentManagement/types" xmlns:pc="http://schemas.microsoft.com/office/infopath/2007/PartnerControls" targetNamespace="3bba4521-6111-4c4d-9664-61dee6066d2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4186e274-3f90-425f-9725-b7fe5bcbc02c}" ma:internalName="TaxCatchAll" ma:showField="CatchAllData" ma:web="3bba4521-6111-4c4d-9664-61dee6066d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bba4521-6111-4c4d-9664-61dee6066d27" xsi:nil="true"/>
    <lcf76f155ced4ddcb4097134ff3c332f xmlns="6cca50a7-da5b-4504-a62f-95223fbef49d">
      <Terms xmlns="http://schemas.microsoft.com/office/infopath/2007/PartnerControls"/>
    </lcf76f155ced4ddcb4097134ff3c332f>
    <Status xmlns="6cca50a7-da5b-4504-a62f-95223fbef49d">Not Started</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0C9B8F-D197-431D-8784-E99301B15D52}">
  <ds:schemaRefs>
    <ds:schemaRef ds:uri="3bba4521-6111-4c4d-9664-61dee6066d27"/>
    <ds:schemaRef ds:uri="6cca50a7-da5b-4504-a62f-95223fbef4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BF67DC-9798-4B56-A102-A139CDADF583}">
  <ds:schemaRefs>
    <ds:schemaRef ds:uri="3bba4521-6111-4c4d-9664-61dee6066d27"/>
    <ds:schemaRef ds:uri="6cca50a7-da5b-4504-a62f-95223fbef49d"/>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55CC149-CE88-4E73-BFAC-AAC81FEC60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BartonMalow</Template>
  <Application>Microsoft Office PowerPoint</Application>
  <PresentationFormat>Widescreen</PresentationFormat>
  <Slides>18</Slides>
  <Notes>18</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BartonMalow</vt:lpstr>
      <vt:lpstr>COSENTIAL DATA QUALITY</vt:lpstr>
      <vt:lpstr>PowerPoint Presentation</vt:lpstr>
      <vt:lpstr>Why This Mattered</vt:lpstr>
      <vt:lpstr>TITLE</vt:lpstr>
      <vt:lpstr>PowerPoint Presentation</vt:lpstr>
      <vt:lpstr>Then We Found Something</vt:lpstr>
      <vt:lpstr>PowerPoint Presentation</vt:lpstr>
      <vt:lpstr>Why Ownership Gets Tricky</vt:lpstr>
      <vt:lpstr>PowerPoint Presentation</vt:lpstr>
      <vt:lpstr>PowerPoint Presentation</vt:lpstr>
      <vt:lpstr>Personalized, Not Generic</vt:lpstr>
      <vt:lpstr>PowerPoint Presentation</vt:lpstr>
      <vt:lpstr>There's More Than Dashboard and Digest</vt:lpstr>
      <vt:lpstr>Who Gets What</vt:lpstr>
      <vt:lpstr>Where's the Next Blind Spot?</vt:lpstr>
      <vt:lpstr>Built to Be Reused</vt:lpstr>
      <vt:lpstr>What's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Hutchison, Kandra</dc:creator>
  <cp:revision>1</cp:revision>
  <dcterms:created xsi:type="dcterms:W3CDTF">2026-01-16T15:18:09Z</dcterms:created>
  <dcterms:modified xsi:type="dcterms:W3CDTF">2026-08-14T14:29:01Z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0x0101002FD3A9BE93D35645BE04F7A2513958FB</vt:lpwstr>
  </property>
  <property fmtid="{D5CDD505-2E9C-101B-9397-08002B2CF9AE}" pid="3" name="MediaServiceImageTags">
    <vt:lpwstr/>
  </property>
</Properties>
</file>